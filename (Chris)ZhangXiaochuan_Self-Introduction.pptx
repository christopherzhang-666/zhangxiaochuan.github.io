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7" r:id="rId9"/>
    <p:sldId id="266" r:id="rId10"/>
    <p:sldId id="260" r:id="rId11"/>
    <p:sldId id="261" r:id="rId12"/>
    <p:sldId id="262" r:id="rId13"/>
    <p:sldId id="263" r:id="rId14"/>
    <p:sldId id="268" r:id="rId15"/>
    <p:sldId id="264" r:id="rId16"/>
  </p:sldIdLst>
  <p:sldSz cx="12192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DengXian" panose="02010600030101010101" charset="-122"/>
              </a:rPr>
              <a:t>Cliquez pour éditer le format du texte-titre</a:t>
            </a: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800" b="0" strike="noStrike" spc="-1">
                <a:solidFill>
                  <a:srgbClr val="000000"/>
                </a:solidFill>
                <a:latin typeface="DengXian" panose="02010600030101010101" charset="-122"/>
              </a:rPr>
              <a:t>Cliquez pour éditer le format du plan de texte</a:t>
            </a: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Second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DengXian" panose="02010600030101010101" charset="-122"/>
              </a:rPr>
              <a:t>Troisième niveau de plan</a:t>
            </a: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DengXian" panose="02010600030101010101" charset="-122"/>
              </a:rPr>
              <a:t>Quatrième niveau de plan</a:t>
            </a: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Cinquième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Sixième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Septième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DengXian" panose="02010600030101010101" charset="-122"/>
              </a:rPr>
              <a:t>Cliquez pour éditer le format du texte-titre</a:t>
            </a: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800" b="0" strike="noStrike" spc="-1">
                <a:solidFill>
                  <a:srgbClr val="000000"/>
                </a:solidFill>
                <a:latin typeface="DengXian" panose="02010600030101010101" charset="-122"/>
              </a:rPr>
              <a:t>Cliquez pour éditer le format du plan de texte</a:t>
            </a: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Second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DengXian" panose="02010600030101010101" charset="-122"/>
              </a:rPr>
              <a:t>Troisième niveau de plan</a:t>
            </a: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DengXian" panose="02010600030101010101" charset="-122"/>
              </a:rPr>
              <a:t>Quatrième niveau de plan</a:t>
            </a: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Cinquième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Sixième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Septième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</a:pPr>
            <a:r>
              <a:rPr lang="fr-FR" sz="1800" b="0" strike="noStrike" spc="-1">
                <a:solidFill>
                  <a:srgbClr val="000000"/>
                </a:solidFill>
                <a:latin typeface="DengXian" panose="02010600030101010101" charset="-122"/>
              </a:rPr>
              <a:t>Cliquez pour éditer le format du texte-titre</a:t>
            </a: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800" b="0" strike="noStrike" spc="-1">
                <a:solidFill>
                  <a:srgbClr val="000000"/>
                </a:solidFill>
                <a:latin typeface="DengXian" panose="02010600030101010101" charset="-122"/>
              </a:rPr>
              <a:t>Cliquez pour éditer le format du plan de texte</a:t>
            </a:r>
            <a:endParaRPr lang="fr-FR" sz="2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Second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DengXian" panose="02010600030101010101" charset="-122"/>
              </a:rPr>
              <a:t>Troisième niveau de plan</a:t>
            </a: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DengXian" panose="02010600030101010101" charset="-122"/>
              </a:rPr>
              <a:t>Quatrième niveau de plan</a:t>
            </a: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Cinquième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Sixième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DengXian" panose="02010600030101010101" charset="-122"/>
              </a:rPr>
              <a:t>Septième niveau de plan</a:t>
            </a:r>
            <a:endParaRPr lang="fr-FR" sz="20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jpeg"/><Relationship Id="rId8" Type="http://schemas.openxmlformats.org/officeDocument/2006/relationships/image" Target="../media/image34.jpeg"/><Relationship Id="rId7" Type="http://schemas.openxmlformats.org/officeDocument/2006/relationships/image" Target="../media/image33.jpeg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4" Type="http://schemas.openxmlformats.org/officeDocument/2006/relationships/slideLayout" Target="../slideLayouts/slideLayout13.xml"/><Relationship Id="rId13" Type="http://schemas.openxmlformats.org/officeDocument/2006/relationships/image" Target="../media/image39.jpeg"/><Relationship Id="rId12" Type="http://schemas.openxmlformats.org/officeDocument/2006/relationships/image" Target="../media/image38.jpeg"/><Relationship Id="rId11" Type="http://schemas.openxmlformats.org/officeDocument/2006/relationships/image" Target="../media/image37.jpeg"/><Relationship Id="rId10" Type="http://schemas.openxmlformats.org/officeDocument/2006/relationships/image" Target="../media/image36.jpeg"/><Relationship Id="rId1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image" Target="../media/image47.jpeg"/><Relationship Id="rId7" Type="http://schemas.openxmlformats.org/officeDocument/2006/relationships/image" Target="../media/image46.jpeg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标题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15" name="标题 1"/>
          <p:cNvSpPr/>
          <p:nvPr/>
        </p:nvSpPr>
        <p:spPr>
          <a:xfrm rot="14966400">
            <a:off x="-609120" y="-3573360"/>
            <a:ext cx="14958000" cy="1306764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16" name="标题 1"/>
          <p:cNvSpPr/>
          <p:nvPr/>
        </p:nvSpPr>
        <p:spPr>
          <a:xfrm rot="14966400">
            <a:off x="625320" y="-3573360"/>
            <a:ext cx="12488760" cy="13067640"/>
          </a:xfrm>
          <a:prstGeom prst="triangle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17" name="标题 1"/>
          <p:cNvSpPr/>
          <p:nvPr/>
        </p:nvSpPr>
        <p:spPr>
          <a:xfrm rot="14966400">
            <a:off x="1995840" y="-3573360"/>
            <a:ext cx="9747000" cy="1306764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118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-144360" y="4572720"/>
            <a:ext cx="5865120" cy="1967760"/>
          </a:xfrm>
          <a:prstGeom prst="rect">
            <a:avLst/>
          </a:prstGeom>
          <a:ln w="0">
            <a:noFill/>
          </a:ln>
        </p:spPr>
      </p:pic>
      <p:sp>
        <p:nvSpPr>
          <p:cNvPr id="119" name="标题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20" name="标题 1"/>
          <p:cNvSpPr/>
          <p:nvPr/>
        </p:nvSpPr>
        <p:spPr>
          <a:xfrm>
            <a:off x="256320" y="164880"/>
            <a:ext cx="11678760" cy="389880"/>
          </a:xfrm>
          <a:custGeom>
            <a:avLst/>
            <a:gdLst>
              <a:gd name="textAreaLeft" fmla="*/ 0 w 11678760"/>
              <a:gd name="textAreaRight" fmla="*/ 11679120 w 11678760"/>
              <a:gd name="textAreaTop" fmla="*/ 0 h 389880"/>
              <a:gd name="textAreaBottom" fmla="*/ 390240 h 389880"/>
            </a:gdLst>
            <a:ahLst/>
            <a:cxnLst/>
            <a:rect l="textAreaLeft" t="textAreaTop" r="textAreaRight" b="textAreaBottom"/>
            <a:pathLst>
              <a:path w="11679041" h="390293">
                <a:moveTo>
                  <a:pt x="11446724" y="0"/>
                </a:moveTo>
                <a:lnTo>
                  <a:pt x="11632577" y="0"/>
                </a:lnTo>
                <a:cubicBezTo>
                  <a:pt x="11658238" y="0"/>
                  <a:pt x="11679041" y="20803"/>
                  <a:pt x="11679041" y="46464"/>
                </a:cubicBezTo>
                <a:lnTo>
                  <a:pt x="11679041" y="343829"/>
                </a:lnTo>
                <a:cubicBezTo>
                  <a:pt x="11679041" y="369490"/>
                  <a:pt x="11658238" y="390293"/>
                  <a:pt x="11632577" y="390293"/>
                </a:cubicBezTo>
                <a:lnTo>
                  <a:pt x="11446724" y="390293"/>
                </a:lnTo>
                <a:cubicBezTo>
                  <a:pt x="11421063" y="390293"/>
                  <a:pt x="11400260" y="369490"/>
                  <a:pt x="11400260" y="343829"/>
                </a:cubicBezTo>
                <a:lnTo>
                  <a:pt x="11400260" y="46464"/>
                </a:lnTo>
                <a:cubicBezTo>
                  <a:pt x="11400260" y="20803"/>
                  <a:pt x="11421063" y="0"/>
                  <a:pt x="11446724" y="0"/>
                </a:cubicBezTo>
                <a:close/>
                <a:moveTo>
                  <a:pt x="10776120" y="0"/>
                </a:moveTo>
                <a:lnTo>
                  <a:pt x="10961973" y="0"/>
                </a:lnTo>
                <a:cubicBezTo>
                  <a:pt x="10987634" y="0"/>
                  <a:pt x="11008437" y="20803"/>
                  <a:pt x="11008437" y="46464"/>
                </a:cubicBezTo>
                <a:lnTo>
                  <a:pt x="11008437" y="343829"/>
                </a:lnTo>
                <a:cubicBezTo>
                  <a:pt x="11008437" y="369490"/>
                  <a:pt x="10987634" y="390293"/>
                  <a:pt x="10961973" y="390293"/>
                </a:cubicBezTo>
                <a:lnTo>
                  <a:pt x="10776120" y="390293"/>
                </a:lnTo>
                <a:cubicBezTo>
                  <a:pt x="10750459" y="390293"/>
                  <a:pt x="10729656" y="369490"/>
                  <a:pt x="10729656" y="343829"/>
                </a:cubicBezTo>
                <a:lnTo>
                  <a:pt x="10729656" y="46464"/>
                </a:lnTo>
                <a:cubicBezTo>
                  <a:pt x="10729656" y="20803"/>
                  <a:pt x="10750459" y="0"/>
                  <a:pt x="10776120" y="0"/>
                </a:cubicBezTo>
                <a:close/>
                <a:moveTo>
                  <a:pt x="10105517" y="0"/>
                </a:moveTo>
                <a:lnTo>
                  <a:pt x="10291370" y="0"/>
                </a:lnTo>
                <a:cubicBezTo>
                  <a:pt x="10317031" y="0"/>
                  <a:pt x="10337834" y="20803"/>
                  <a:pt x="10337834" y="46464"/>
                </a:cubicBezTo>
                <a:lnTo>
                  <a:pt x="10337834" y="343829"/>
                </a:lnTo>
                <a:cubicBezTo>
                  <a:pt x="10337834" y="369490"/>
                  <a:pt x="10317031" y="390293"/>
                  <a:pt x="10291370" y="390293"/>
                </a:cubicBezTo>
                <a:lnTo>
                  <a:pt x="10105517" y="390293"/>
                </a:lnTo>
                <a:cubicBezTo>
                  <a:pt x="10079856" y="390293"/>
                  <a:pt x="10059053" y="369490"/>
                  <a:pt x="10059053" y="343829"/>
                </a:cubicBezTo>
                <a:lnTo>
                  <a:pt x="10059053" y="46464"/>
                </a:lnTo>
                <a:cubicBezTo>
                  <a:pt x="10059053" y="20803"/>
                  <a:pt x="10079856" y="0"/>
                  <a:pt x="10105517" y="0"/>
                </a:cubicBezTo>
                <a:close/>
                <a:moveTo>
                  <a:pt x="9434913" y="0"/>
                </a:moveTo>
                <a:lnTo>
                  <a:pt x="9620766" y="0"/>
                </a:lnTo>
                <a:cubicBezTo>
                  <a:pt x="9646427" y="0"/>
                  <a:pt x="9667230" y="20803"/>
                  <a:pt x="9667230" y="46464"/>
                </a:cubicBezTo>
                <a:lnTo>
                  <a:pt x="9667230" y="343829"/>
                </a:lnTo>
                <a:cubicBezTo>
                  <a:pt x="9667230" y="369490"/>
                  <a:pt x="9646427" y="390293"/>
                  <a:pt x="9620766" y="390293"/>
                </a:cubicBezTo>
                <a:lnTo>
                  <a:pt x="9434913" y="390293"/>
                </a:lnTo>
                <a:cubicBezTo>
                  <a:pt x="9409252" y="390293"/>
                  <a:pt x="9388449" y="369490"/>
                  <a:pt x="9388449" y="343829"/>
                </a:cubicBezTo>
                <a:lnTo>
                  <a:pt x="9388449" y="46464"/>
                </a:lnTo>
                <a:cubicBezTo>
                  <a:pt x="9388449" y="20803"/>
                  <a:pt x="9409252" y="0"/>
                  <a:pt x="9434913" y="0"/>
                </a:cubicBezTo>
                <a:close/>
                <a:moveTo>
                  <a:pt x="8764310" y="0"/>
                </a:moveTo>
                <a:lnTo>
                  <a:pt x="8950163" y="0"/>
                </a:lnTo>
                <a:cubicBezTo>
                  <a:pt x="8975824" y="0"/>
                  <a:pt x="8996627" y="20803"/>
                  <a:pt x="8996627" y="46464"/>
                </a:cubicBezTo>
                <a:lnTo>
                  <a:pt x="8996627" y="343829"/>
                </a:lnTo>
                <a:cubicBezTo>
                  <a:pt x="8996627" y="369490"/>
                  <a:pt x="8975824" y="390293"/>
                  <a:pt x="8950163" y="390293"/>
                </a:cubicBezTo>
                <a:lnTo>
                  <a:pt x="8764310" y="390293"/>
                </a:lnTo>
                <a:cubicBezTo>
                  <a:pt x="8738649" y="390293"/>
                  <a:pt x="8717846" y="369490"/>
                  <a:pt x="8717846" y="343829"/>
                </a:cubicBezTo>
                <a:lnTo>
                  <a:pt x="8717846" y="46464"/>
                </a:lnTo>
                <a:cubicBezTo>
                  <a:pt x="8717846" y="20803"/>
                  <a:pt x="8738649" y="0"/>
                  <a:pt x="8764310" y="0"/>
                </a:cubicBezTo>
                <a:close/>
                <a:moveTo>
                  <a:pt x="8093706" y="0"/>
                </a:moveTo>
                <a:lnTo>
                  <a:pt x="8279559" y="0"/>
                </a:lnTo>
                <a:cubicBezTo>
                  <a:pt x="8305220" y="0"/>
                  <a:pt x="8326023" y="20803"/>
                  <a:pt x="8326023" y="46464"/>
                </a:cubicBezTo>
                <a:lnTo>
                  <a:pt x="8326023" y="343829"/>
                </a:lnTo>
                <a:cubicBezTo>
                  <a:pt x="8326023" y="369490"/>
                  <a:pt x="8305220" y="390293"/>
                  <a:pt x="8279559" y="390293"/>
                </a:cubicBezTo>
                <a:lnTo>
                  <a:pt x="8093706" y="390293"/>
                </a:lnTo>
                <a:cubicBezTo>
                  <a:pt x="8068045" y="390293"/>
                  <a:pt x="8047242" y="369490"/>
                  <a:pt x="8047242" y="343829"/>
                </a:cubicBezTo>
                <a:lnTo>
                  <a:pt x="8047242" y="46464"/>
                </a:lnTo>
                <a:cubicBezTo>
                  <a:pt x="8047242" y="20803"/>
                  <a:pt x="8068045" y="0"/>
                  <a:pt x="8093706" y="0"/>
                </a:cubicBezTo>
                <a:close/>
                <a:moveTo>
                  <a:pt x="7423102" y="0"/>
                </a:moveTo>
                <a:lnTo>
                  <a:pt x="7608955" y="0"/>
                </a:lnTo>
                <a:cubicBezTo>
                  <a:pt x="7634616" y="0"/>
                  <a:pt x="7655419" y="20803"/>
                  <a:pt x="7655419" y="46464"/>
                </a:cubicBezTo>
                <a:lnTo>
                  <a:pt x="7655419" y="343829"/>
                </a:lnTo>
                <a:cubicBezTo>
                  <a:pt x="7655419" y="369490"/>
                  <a:pt x="7634616" y="390293"/>
                  <a:pt x="7608955" y="390293"/>
                </a:cubicBezTo>
                <a:lnTo>
                  <a:pt x="7423102" y="390293"/>
                </a:lnTo>
                <a:cubicBezTo>
                  <a:pt x="7397441" y="390293"/>
                  <a:pt x="7376638" y="369490"/>
                  <a:pt x="7376638" y="343829"/>
                </a:cubicBezTo>
                <a:lnTo>
                  <a:pt x="7376638" y="46464"/>
                </a:lnTo>
                <a:cubicBezTo>
                  <a:pt x="7376638" y="20803"/>
                  <a:pt x="7397441" y="0"/>
                  <a:pt x="7423102" y="0"/>
                </a:cubicBezTo>
                <a:close/>
                <a:moveTo>
                  <a:pt x="6752498" y="0"/>
                </a:moveTo>
                <a:lnTo>
                  <a:pt x="6938351" y="0"/>
                </a:lnTo>
                <a:cubicBezTo>
                  <a:pt x="6964012" y="0"/>
                  <a:pt x="6984815" y="20803"/>
                  <a:pt x="6984815" y="46464"/>
                </a:cubicBezTo>
                <a:lnTo>
                  <a:pt x="6984815" y="343829"/>
                </a:lnTo>
                <a:cubicBezTo>
                  <a:pt x="6984815" y="369490"/>
                  <a:pt x="6964012" y="390293"/>
                  <a:pt x="6938351" y="390293"/>
                </a:cubicBezTo>
                <a:lnTo>
                  <a:pt x="6752498" y="390293"/>
                </a:lnTo>
                <a:cubicBezTo>
                  <a:pt x="6726837" y="390293"/>
                  <a:pt x="6706034" y="369490"/>
                  <a:pt x="6706034" y="343829"/>
                </a:cubicBezTo>
                <a:lnTo>
                  <a:pt x="6706034" y="46464"/>
                </a:lnTo>
                <a:cubicBezTo>
                  <a:pt x="6706034" y="20803"/>
                  <a:pt x="6726837" y="0"/>
                  <a:pt x="6752498" y="0"/>
                </a:cubicBezTo>
                <a:close/>
                <a:moveTo>
                  <a:pt x="6081894" y="0"/>
                </a:moveTo>
                <a:lnTo>
                  <a:pt x="6267747" y="0"/>
                </a:lnTo>
                <a:cubicBezTo>
                  <a:pt x="6293408" y="0"/>
                  <a:pt x="6314211" y="20803"/>
                  <a:pt x="6314211" y="46464"/>
                </a:cubicBezTo>
                <a:lnTo>
                  <a:pt x="6314211" y="343829"/>
                </a:lnTo>
                <a:cubicBezTo>
                  <a:pt x="6314211" y="369490"/>
                  <a:pt x="6293408" y="390293"/>
                  <a:pt x="6267747" y="390293"/>
                </a:cubicBezTo>
                <a:lnTo>
                  <a:pt x="6081894" y="390293"/>
                </a:lnTo>
                <a:cubicBezTo>
                  <a:pt x="6056233" y="390293"/>
                  <a:pt x="6035430" y="369490"/>
                  <a:pt x="6035430" y="343829"/>
                </a:cubicBezTo>
                <a:lnTo>
                  <a:pt x="6035430" y="46464"/>
                </a:lnTo>
                <a:cubicBezTo>
                  <a:pt x="6035430" y="20803"/>
                  <a:pt x="6056233" y="0"/>
                  <a:pt x="6081894" y="0"/>
                </a:cubicBezTo>
                <a:close/>
                <a:moveTo>
                  <a:pt x="5411291" y="0"/>
                </a:moveTo>
                <a:lnTo>
                  <a:pt x="5597144" y="0"/>
                </a:lnTo>
                <a:cubicBezTo>
                  <a:pt x="5622805" y="0"/>
                  <a:pt x="5643608" y="20803"/>
                  <a:pt x="5643608" y="46464"/>
                </a:cubicBezTo>
                <a:lnTo>
                  <a:pt x="5643608" y="343829"/>
                </a:lnTo>
                <a:cubicBezTo>
                  <a:pt x="5643608" y="369490"/>
                  <a:pt x="5622805" y="390293"/>
                  <a:pt x="5597144" y="390293"/>
                </a:cubicBezTo>
                <a:lnTo>
                  <a:pt x="5411291" y="390293"/>
                </a:lnTo>
                <a:cubicBezTo>
                  <a:pt x="5385630" y="390293"/>
                  <a:pt x="5364827" y="369490"/>
                  <a:pt x="5364827" y="343829"/>
                </a:cubicBezTo>
                <a:lnTo>
                  <a:pt x="5364827" y="46464"/>
                </a:lnTo>
                <a:cubicBezTo>
                  <a:pt x="5364827" y="20803"/>
                  <a:pt x="5385630" y="0"/>
                  <a:pt x="5411291" y="0"/>
                </a:cubicBezTo>
                <a:close/>
                <a:moveTo>
                  <a:pt x="4740687" y="0"/>
                </a:moveTo>
                <a:lnTo>
                  <a:pt x="4926541" y="0"/>
                </a:lnTo>
                <a:cubicBezTo>
                  <a:pt x="4952201" y="0"/>
                  <a:pt x="4973004" y="20803"/>
                  <a:pt x="4973004" y="46464"/>
                </a:cubicBezTo>
                <a:lnTo>
                  <a:pt x="4973004" y="343829"/>
                </a:lnTo>
                <a:cubicBezTo>
                  <a:pt x="4973004" y="369490"/>
                  <a:pt x="4952201" y="390293"/>
                  <a:pt x="4926541" y="390293"/>
                </a:cubicBezTo>
                <a:lnTo>
                  <a:pt x="4740687" y="390293"/>
                </a:lnTo>
                <a:cubicBezTo>
                  <a:pt x="4715026" y="390293"/>
                  <a:pt x="4694223" y="369490"/>
                  <a:pt x="4694223" y="343829"/>
                </a:cubicBezTo>
                <a:lnTo>
                  <a:pt x="4694223" y="46464"/>
                </a:lnTo>
                <a:cubicBezTo>
                  <a:pt x="4694223" y="20803"/>
                  <a:pt x="4715026" y="0"/>
                  <a:pt x="4740687" y="0"/>
                </a:cubicBezTo>
                <a:close/>
                <a:moveTo>
                  <a:pt x="4070083" y="0"/>
                </a:moveTo>
                <a:lnTo>
                  <a:pt x="4255936" y="0"/>
                </a:lnTo>
                <a:cubicBezTo>
                  <a:pt x="4281597" y="0"/>
                  <a:pt x="4302400" y="20803"/>
                  <a:pt x="4302400" y="46464"/>
                </a:cubicBezTo>
                <a:lnTo>
                  <a:pt x="4302400" y="343829"/>
                </a:lnTo>
                <a:cubicBezTo>
                  <a:pt x="4302400" y="369490"/>
                  <a:pt x="4281597" y="390293"/>
                  <a:pt x="4255936" y="390293"/>
                </a:cubicBezTo>
                <a:lnTo>
                  <a:pt x="4070083" y="390293"/>
                </a:lnTo>
                <a:cubicBezTo>
                  <a:pt x="4044423" y="390293"/>
                  <a:pt x="4023620" y="369490"/>
                  <a:pt x="4023620" y="343829"/>
                </a:cubicBezTo>
                <a:lnTo>
                  <a:pt x="4023620" y="46464"/>
                </a:lnTo>
                <a:cubicBezTo>
                  <a:pt x="4023620" y="20803"/>
                  <a:pt x="4044423" y="0"/>
                  <a:pt x="4070083" y="0"/>
                </a:cubicBezTo>
                <a:close/>
                <a:moveTo>
                  <a:pt x="3399482" y="0"/>
                </a:moveTo>
                <a:lnTo>
                  <a:pt x="3585335" y="0"/>
                </a:lnTo>
                <a:cubicBezTo>
                  <a:pt x="3610996" y="0"/>
                  <a:pt x="3631799" y="20803"/>
                  <a:pt x="3631799" y="46464"/>
                </a:cubicBezTo>
                <a:lnTo>
                  <a:pt x="3631799" y="343829"/>
                </a:lnTo>
                <a:cubicBezTo>
                  <a:pt x="3631799" y="369490"/>
                  <a:pt x="3610996" y="390293"/>
                  <a:pt x="3585335" y="390293"/>
                </a:cubicBezTo>
                <a:lnTo>
                  <a:pt x="3399482" y="390293"/>
                </a:lnTo>
                <a:cubicBezTo>
                  <a:pt x="3373821" y="390293"/>
                  <a:pt x="3353018" y="369490"/>
                  <a:pt x="3353018" y="343829"/>
                </a:cubicBezTo>
                <a:lnTo>
                  <a:pt x="3353018" y="46464"/>
                </a:lnTo>
                <a:cubicBezTo>
                  <a:pt x="3353018" y="20803"/>
                  <a:pt x="3373821" y="0"/>
                  <a:pt x="3399482" y="0"/>
                </a:cubicBezTo>
                <a:close/>
                <a:moveTo>
                  <a:pt x="2728878" y="0"/>
                </a:moveTo>
                <a:lnTo>
                  <a:pt x="2914731" y="0"/>
                </a:lnTo>
                <a:cubicBezTo>
                  <a:pt x="2940392" y="0"/>
                  <a:pt x="2961195" y="20803"/>
                  <a:pt x="2961195" y="46464"/>
                </a:cubicBezTo>
                <a:lnTo>
                  <a:pt x="2961195" y="343829"/>
                </a:lnTo>
                <a:cubicBezTo>
                  <a:pt x="2961195" y="369490"/>
                  <a:pt x="2940392" y="390293"/>
                  <a:pt x="2914731" y="390293"/>
                </a:cubicBezTo>
                <a:lnTo>
                  <a:pt x="2728878" y="390293"/>
                </a:lnTo>
                <a:cubicBezTo>
                  <a:pt x="2703217" y="390293"/>
                  <a:pt x="2682415" y="369490"/>
                  <a:pt x="2682415" y="343829"/>
                </a:cubicBezTo>
                <a:lnTo>
                  <a:pt x="2682415" y="46464"/>
                </a:lnTo>
                <a:cubicBezTo>
                  <a:pt x="2682415" y="20803"/>
                  <a:pt x="2703217" y="0"/>
                  <a:pt x="2728878" y="0"/>
                </a:cubicBezTo>
                <a:close/>
                <a:moveTo>
                  <a:pt x="2058274" y="0"/>
                </a:moveTo>
                <a:lnTo>
                  <a:pt x="2244127" y="0"/>
                </a:lnTo>
                <a:cubicBezTo>
                  <a:pt x="2269789" y="0"/>
                  <a:pt x="2290592" y="20803"/>
                  <a:pt x="2290592" y="46464"/>
                </a:cubicBezTo>
                <a:lnTo>
                  <a:pt x="2290592" y="343829"/>
                </a:lnTo>
                <a:cubicBezTo>
                  <a:pt x="2290592" y="369490"/>
                  <a:pt x="2269789" y="390293"/>
                  <a:pt x="2244127" y="390293"/>
                </a:cubicBezTo>
                <a:lnTo>
                  <a:pt x="2058274" y="390293"/>
                </a:lnTo>
                <a:cubicBezTo>
                  <a:pt x="2032613" y="390293"/>
                  <a:pt x="2011811" y="369490"/>
                  <a:pt x="2011811" y="343829"/>
                </a:cubicBezTo>
                <a:lnTo>
                  <a:pt x="2011811" y="46464"/>
                </a:lnTo>
                <a:cubicBezTo>
                  <a:pt x="2011811" y="20803"/>
                  <a:pt x="2032613" y="0"/>
                  <a:pt x="2058274" y="0"/>
                </a:cubicBezTo>
                <a:close/>
                <a:moveTo>
                  <a:pt x="1387670" y="0"/>
                </a:moveTo>
                <a:lnTo>
                  <a:pt x="1573523" y="0"/>
                </a:lnTo>
                <a:cubicBezTo>
                  <a:pt x="1599184" y="0"/>
                  <a:pt x="1619987" y="20803"/>
                  <a:pt x="1619987" y="46464"/>
                </a:cubicBezTo>
                <a:lnTo>
                  <a:pt x="1619987" y="343829"/>
                </a:lnTo>
                <a:cubicBezTo>
                  <a:pt x="1619987" y="369490"/>
                  <a:pt x="1599184" y="390293"/>
                  <a:pt x="1573523" y="390293"/>
                </a:cubicBezTo>
                <a:lnTo>
                  <a:pt x="1387670" y="390293"/>
                </a:lnTo>
                <a:cubicBezTo>
                  <a:pt x="1362009" y="390293"/>
                  <a:pt x="1341206" y="369490"/>
                  <a:pt x="1341206" y="343829"/>
                </a:cubicBezTo>
                <a:lnTo>
                  <a:pt x="1341206" y="46464"/>
                </a:lnTo>
                <a:cubicBezTo>
                  <a:pt x="1341206" y="20803"/>
                  <a:pt x="1362009" y="0"/>
                  <a:pt x="1387670" y="0"/>
                </a:cubicBezTo>
                <a:close/>
                <a:moveTo>
                  <a:pt x="717068" y="0"/>
                </a:moveTo>
                <a:lnTo>
                  <a:pt x="902921" y="0"/>
                </a:lnTo>
                <a:cubicBezTo>
                  <a:pt x="928581" y="0"/>
                  <a:pt x="949384" y="20803"/>
                  <a:pt x="949384" y="46464"/>
                </a:cubicBezTo>
                <a:lnTo>
                  <a:pt x="949384" y="343829"/>
                </a:lnTo>
                <a:cubicBezTo>
                  <a:pt x="949384" y="369490"/>
                  <a:pt x="928581" y="390293"/>
                  <a:pt x="902921" y="390293"/>
                </a:cubicBezTo>
                <a:lnTo>
                  <a:pt x="717068" y="390293"/>
                </a:lnTo>
                <a:cubicBezTo>
                  <a:pt x="691407" y="390293"/>
                  <a:pt x="670604" y="369490"/>
                  <a:pt x="670604" y="343829"/>
                </a:cubicBezTo>
                <a:lnTo>
                  <a:pt x="670604" y="46464"/>
                </a:lnTo>
                <a:cubicBezTo>
                  <a:pt x="670604" y="20803"/>
                  <a:pt x="691407" y="0"/>
                  <a:pt x="717068" y="0"/>
                </a:cubicBezTo>
                <a:close/>
                <a:moveTo>
                  <a:pt x="46464" y="0"/>
                </a:moveTo>
                <a:lnTo>
                  <a:pt x="232317" y="0"/>
                </a:lnTo>
                <a:cubicBezTo>
                  <a:pt x="257978" y="0"/>
                  <a:pt x="278781" y="20803"/>
                  <a:pt x="278781" y="46464"/>
                </a:cubicBezTo>
                <a:lnTo>
                  <a:pt x="278781" y="343829"/>
                </a:lnTo>
                <a:cubicBezTo>
                  <a:pt x="278781" y="369490"/>
                  <a:pt x="257978" y="390293"/>
                  <a:pt x="232317" y="390293"/>
                </a:cubicBezTo>
                <a:lnTo>
                  <a:pt x="46464" y="390293"/>
                </a:lnTo>
                <a:cubicBezTo>
                  <a:pt x="20803" y="390293"/>
                  <a:pt x="0" y="369490"/>
                  <a:pt x="0" y="343829"/>
                </a:cubicBezTo>
                <a:lnTo>
                  <a:pt x="0" y="46464"/>
                </a:lnTo>
                <a:cubicBezTo>
                  <a:pt x="0" y="20803"/>
                  <a:pt x="20803" y="0"/>
                  <a:pt x="46464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21" name="标题 1"/>
          <p:cNvSpPr/>
          <p:nvPr/>
        </p:nvSpPr>
        <p:spPr>
          <a:xfrm>
            <a:off x="0" y="6138000"/>
            <a:ext cx="12191760" cy="71964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22" name="标题 1"/>
          <p:cNvSpPr/>
          <p:nvPr/>
        </p:nvSpPr>
        <p:spPr>
          <a:xfrm>
            <a:off x="256320" y="6302880"/>
            <a:ext cx="11678760" cy="389880"/>
          </a:xfrm>
          <a:custGeom>
            <a:avLst/>
            <a:gdLst>
              <a:gd name="textAreaLeft" fmla="*/ 0 w 11678760"/>
              <a:gd name="textAreaRight" fmla="*/ 11679120 w 11678760"/>
              <a:gd name="textAreaTop" fmla="*/ 0 h 389880"/>
              <a:gd name="textAreaBottom" fmla="*/ 390240 h 389880"/>
            </a:gdLst>
            <a:ahLst/>
            <a:cxnLst/>
            <a:rect l="textAreaLeft" t="textAreaTop" r="textAreaRight" b="textAreaBottom"/>
            <a:pathLst>
              <a:path w="11679041" h="390293">
                <a:moveTo>
                  <a:pt x="11446724" y="0"/>
                </a:moveTo>
                <a:lnTo>
                  <a:pt x="11632577" y="0"/>
                </a:lnTo>
                <a:cubicBezTo>
                  <a:pt x="11658238" y="0"/>
                  <a:pt x="11679041" y="20803"/>
                  <a:pt x="11679041" y="46464"/>
                </a:cubicBezTo>
                <a:lnTo>
                  <a:pt x="11679041" y="343829"/>
                </a:lnTo>
                <a:cubicBezTo>
                  <a:pt x="11679041" y="369490"/>
                  <a:pt x="11658238" y="390293"/>
                  <a:pt x="11632577" y="390293"/>
                </a:cubicBezTo>
                <a:lnTo>
                  <a:pt x="11446724" y="390293"/>
                </a:lnTo>
                <a:cubicBezTo>
                  <a:pt x="11421063" y="390293"/>
                  <a:pt x="11400260" y="369490"/>
                  <a:pt x="11400260" y="343829"/>
                </a:cubicBezTo>
                <a:lnTo>
                  <a:pt x="11400260" y="46464"/>
                </a:lnTo>
                <a:cubicBezTo>
                  <a:pt x="11400260" y="20803"/>
                  <a:pt x="11421063" y="0"/>
                  <a:pt x="11446724" y="0"/>
                </a:cubicBezTo>
                <a:close/>
                <a:moveTo>
                  <a:pt x="10776120" y="0"/>
                </a:moveTo>
                <a:lnTo>
                  <a:pt x="10961973" y="0"/>
                </a:lnTo>
                <a:cubicBezTo>
                  <a:pt x="10987634" y="0"/>
                  <a:pt x="11008437" y="20803"/>
                  <a:pt x="11008437" y="46464"/>
                </a:cubicBezTo>
                <a:lnTo>
                  <a:pt x="11008437" y="343829"/>
                </a:lnTo>
                <a:cubicBezTo>
                  <a:pt x="11008437" y="369490"/>
                  <a:pt x="10987634" y="390293"/>
                  <a:pt x="10961973" y="390293"/>
                </a:cubicBezTo>
                <a:lnTo>
                  <a:pt x="10776120" y="390293"/>
                </a:lnTo>
                <a:cubicBezTo>
                  <a:pt x="10750459" y="390293"/>
                  <a:pt x="10729656" y="369490"/>
                  <a:pt x="10729656" y="343829"/>
                </a:cubicBezTo>
                <a:lnTo>
                  <a:pt x="10729656" y="46464"/>
                </a:lnTo>
                <a:cubicBezTo>
                  <a:pt x="10729656" y="20803"/>
                  <a:pt x="10750459" y="0"/>
                  <a:pt x="10776120" y="0"/>
                </a:cubicBezTo>
                <a:close/>
                <a:moveTo>
                  <a:pt x="10105517" y="0"/>
                </a:moveTo>
                <a:lnTo>
                  <a:pt x="10291370" y="0"/>
                </a:lnTo>
                <a:cubicBezTo>
                  <a:pt x="10317031" y="0"/>
                  <a:pt x="10337834" y="20803"/>
                  <a:pt x="10337834" y="46464"/>
                </a:cubicBezTo>
                <a:lnTo>
                  <a:pt x="10337834" y="343829"/>
                </a:lnTo>
                <a:cubicBezTo>
                  <a:pt x="10337834" y="369490"/>
                  <a:pt x="10317031" y="390293"/>
                  <a:pt x="10291370" y="390293"/>
                </a:cubicBezTo>
                <a:lnTo>
                  <a:pt x="10105517" y="390293"/>
                </a:lnTo>
                <a:cubicBezTo>
                  <a:pt x="10079856" y="390293"/>
                  <a:pt x="10059053" y="369490"/>
                  <a:pt x="10059053" y="343829"/>
                </a:cubicBezTo>
                <a:lnTo>
                  <a:pt x="10059053" y="46464"/>
                </a:lnTo>
                <a:cubicBezTo>
                  <a:pt x="10059053" y="20803"/>
                  <a:pt x="10079856" y="0"/>
                  <a:pt x="10105517" y="0"/>
                </a:cubicBezTo>
                <a:close/>
                <a:moveTo>
                  <a:pt x="9434913" y="0"/>
                </a:moveTo>
                <a:lnTo>
                  <a:pt x="9620766" y="0"/>
                </a:lnTo>
                <a:cubicBezTo>
                  <a:pt x="9646427" y="0"/>
                  <a:pt x="9667230" y="20803"/>
                  <a:pt x="9667230" y="46464"/>
                </a:cubicBezTo>
                <a:lnTo>
                  <a:pt x="9667230" y="343829"/>
                </a:lnTo>
                <a:cubicBezTo>
                  <a:pt x="9667230" y="369490"/>
                  <a:pt x="9646427" y="390293"/>
                  <a:pt x="9620766" y="390293"/>
                </a:cubicBezTo>
                <a:lnTo>
                  <a:pt x="9434913" y="390293"/>
                </a:lnTo>
                <a:cubicBezTo>
                  <a:pt x="9409252" y="390293"/>
                  <a:pt x="9388449" y="369490"/>
                  <a:pt x="9388449" y="343829"/>
                </a:cubicBezTo>
                <a:lnTo>
                  <a:pt x="9388449" y="46464"/>
                </a:lnTo>
                <a:cubicBezTo>
                  <a:pt x="9388449" y="20803"/>
                  <a:pt x="9409252" y="0"/>
                  <a:pt x="9434913" y="0"/>
                </a:cubicBezTo>
                <a:close/>
                <a:moveTo>
                  <a:pt x="8764310" y="0"/>
                </a:moveTo>
                <a:lnTo>
                  <a:pt x="8950163" y="0"/>
                </a:lnTo>
                <a:cubicBezTo>
                  <a:pt x="8975824" y="0"/>
                  <a:pt x="8996627" y="20803"/>
                  <a:pt x="8996627" y="46464"/>
                </a:cubicBezTo>
                <a:lnTo>
                  <a:pt x="8996627" y="343829"/>
                </a:lnTo>
                <a:cubicBezTo>
                  <a:pt x="8996627" y="369490"/>
                  <a:pt x="8975824" y="390293"/>
                  <a:pt x="8950163" y="390293"/>
                </a:cubicBezTo>
                <a:lnTo>
                  <a:pt x="8764310" y="390293"/>
                </a:lnTo>
                <a:cubicBezTo>
                  <a:pt x="8738649" y="390293"/>
                  <a:pt x="8717846" y="369490"/>
                  <a:pt x="8717846" y="343829"/>
                </a:cubicBezTo>
                <a:lnTo>
                  <a:pt x="8717846" y="46464"/>
                </a:lnTo>
                <a:cubicBezTo>
                  <a:pt x="8717846" y="20803"/>
                  <a:pt x="8738649" y="0"/>
                  <a:pt x="8764310" y="0"/>
                </a:cubicBezTo>
                <a:close/>
                <a:moveTo>
                  <a:pt x="8093706" y="0"/>
                </a:moveTo>
                <a:lnTo>
                  <a:pt x="8279559" y="0"/>
                </a:lnTo>
                <a:cubicBezTo>
                  <a:pt x="8305220" y="0"/>
                  <a:pt x="8326023" y="20803"/>
                  <a:pt x="8326023" y="46464"/>
                </a:cubicBezTo>
                <a:lnTo>
                  <a:pt x="8326023" y="343829"/>
                </a:lnTo>
                <a:cubicBezTo>
                  <a:pt x="8326023" y="369490"/>
                  <a:pt x="8305220" y="390293"/>
                  <a:pt x="8279559" y="390293"/>
                </a:cubicBezTo>
                <a:lnTo>
                  <a:pt x="8093706" y="390293"/>
                </a:lnTo>
                <a:cubicBezTo>
                  <a:pt x="8068045" y="390293"/>
                  <a:pt x="8047242" y="369490"/>
                  <a:pt x="8047242" y="343829"/>
                </a:cubicBezTo>
                <a:lnTo>
                  <a:pt x="8047242" y="46464"/>
                </a:lnTo>
                <a:cubicBezTo>
                  <a:pt x="8047242" y="20803"/>
                  <a:pt x="8068045" y="0"/>
                  <a:pt x="8093706" y="0"/>
                </a:cubicBezTo>
                <a:close/>
                <a:moveTo>
                  <a:pt x="7423102" y="0"/>
                </a:moveTo>
                <a:lnTo>
                  <a:pt x="7608955" y="0"/>
                </a:lnTo>
                <a:cubicBezTo>
                  <a:pt x="7634616" y="0"/>
                  <a:pt x="7655419" y="20803"/>
                  <a:pt x="7655419" y="46464"/>
                </a:cubicBezTo>
                <a:lnTo>
                  <a:pt x="7655419" y="343829"/>
                </a:lnTo>
                <a:cubicBezTo>
                  <a:pt x="7655419" y="369490"/>
                  <a:pt x="7634616" y="390293"/>
                  <a:pt x="7608955" y="390293"/>
                </a:cubicBezTo>
                <a:lnTo>
                  <a:pt x="7423102" y="390293"/>
                </a:lnTo>
                <a:cubicBezTo>
                  <a:pt x="7397441" y="390293"/>
                  <a:pt x="7376638" y="369490"/>
                  <a:pt x="7376638" y="343829"/>
                </a:cubicBezTo>
                <a:lnTo>
                  <a:pt x="7376638" y="46464"/>
                </a:lnTo>
                <a:cubicBezTo>
                  <a:pt x="7376638" y="20803"/>
                  <a:pt x="7397441" y="0"/>
                  <a:pt x="7423102" y="0"/>
                </a:cubicBezTo>
                <a:close/>
                <a:moveTo>
                  <a:pt x="6752498" y="0"/>
                </a:moveTo>
                <a:lnTo>
                  <a:pt x="6938351" y="0"/>
                </a:lnTo>
                <a:cubicBezTo>
                  <a:pt x="6964012" y="0"/>
                  <a:pt x="6984815" y="20803"/>
                  <a:pt x="6984815" y="46464"/>
                </a:cubicBezTo>
                <a:lnTo>
                  <a:pt x="6984815" y="343829"/>
                </a:lnTo>
                <a:cubicBezTo>
                  <a:pt x="6984815" y="369490"/>
                  <a:pt x="6964012" y="390293"/>
                  <a:pt x="6938351" y="390293"/>
                </a:cubicBezTo>
                <a:lnTo>
                  <a:pt x="6752498" y="390293"/>
                </a:lnTo>
                <a:cubicBezTo>
                  <a:pt x="6726837" y="390293"/>
                  <a:pt x="6706034" y="369490"/>
                  <a:pt x="6706034" y="343829"/>
                </a:cubicBezTo>
                <a:lnTo>
                  <a:pt x="6706034" y="46464"/>
                </a:lnTo>
                <a:cubicBezTo>
                  <a:pt x="6706034" y="20803"/>
                  <a:pt x="6726837" y="0"/>
                  <a:pt x="6752498" y="0"/>
                </a:cubicBezTo>
                <a:close/>
                <a:moveTo>
                  <a:pt x="6081894" y="0"/>
                </a:moveTo>
                <a:lnTo>
                  <a:pt x="6267747" y="0"/>
                </a:lnTo>
                <a:cubicBezTo>
                  <a:pt x="6293408" y="0"/>
                  <a:pt x="6314211" y="20803"/>
                  <a:pt x="6314211" y="46464"/>
                </a:cubicBezTo>
                <a:lnTo>
                  <a:pt x="6314211" y="343829"/>
                </a:lnTo>
                <a:cubicBezTo>
                  <a:pt x="6314211" y="369490"/>
                  <a:pt x="6293408" y="390293"/>
                  <a:pt x="6267747" y="390293"/>
                </a:cubicBezTo>
                <a:lnTo>
                  <a:pt x="6081894" y="390293"/>
                </a:lnTo>
                <a:cubicBezTo>
                  <a:pt x="6056233" y="390293"/>
                  <a:pt x="6035430" y="369490"/>
                  <a:pt x="6035430" y="343829"/>
                </a:cubicBezTo>
                <a:lnTo>
                  <a:pt x="6035430" y="46464"/>
                </a:lnTo>
                <a:cubicBezTo>
                  <a:pt x="6035430" y="20803"/>
                  <a:pt x="6056233" y="0"/>
                  <a:pt x="6081894" y="0"/>
                </a:cubicBezTo>
                <a:close/>
                <a:moveTo>
                  <a:pt x="5411291" y="0"/>
                </a:moveTo>
                <a:lnTo>
                  <a:pt x="5597144" y="0"/>
                </a:lnTo>
                <a:cubicBezTo>
                  <a:pt x="5622805" y="0"/>
                  <a:pt x="5643608" y="20803"/>
                  <a:pt x="5643608" y="46464"/>
                </a:cubicBezTo>
                <a:lnTo>
                  <a:pt x="5643608" y="343829"/>
                </a:lnTo>
                <a:cubicBezTo>
                  <a:pt x="5643608" y="369490"/>
                  <a:pt x="5622805" y="390293"/>
                  <a:pt x="5597144" y="390293"/>
                </a:cubicBezTo>
                <a:lnTo>
                  <a:pt x="5411291" y="390293"/>
                </a:lnTo>
                <a:cubicBezTo>
                  <a:pt x="5385630" y="390293"/>
                  <a:pt x="5364827" y="369490"/>
                  <a:pt x="5364827" y="343829"/>
                </a:cubicBezTo>
                <a:lnTo>
                  <a:pt x="5364827" y="46464"/>
                </a:lnTo>
                <a:cubicBezTo>
                  <a:pt x="5364827" y="20803"/>
                  <a:pt x="5385630" y="0"/>
                  <a:pt x="5411291" y="0"/>
                </a:cubicBezTo>
                <a:close/>
                <a:moveTo>
                  <a:pt x="4740687" y="0"/>
                </a:moveTo>
                <a:lnTo>
                  <a:pt x="4926541" y="0"/>
                </a:lnTo>
                <a:cubicBezTo>
                  <a:pt x="4952201" y="0"/>
                  <a:pt x="4973004" y="20803"/>
                  <a:pt x="4973004" y="46464"/>
                </a:cubicBezTo>
                <a:lnTo>
                  <a:pt x="4973004" y="343829"/>
                </a:lnTo>
                <a:cubicBezTo>
                  <a:pt x="4973004" y="369490"/>
                  <a:pt x="4952201" y="390293"/>
                  <a:pt x="4926541" y="390293"/>
                </a:cubicBezTo>
                <a:lnTo>
                  <a:pt x="4740687" y="390293"/>
                </a:lnTo>
                <a:cubicBezTo>
                  <a:pt x="4715026" y="390293"/>
                  <a:pt x="4694223" y="369490"/>
                  <a:pt x="4694223" y="343829"/>
                </a:cubicBezTo>
                <a:lnTo>
                  <a:pt x="4694223" y="46464"/>
                </a:lnTo>
                <a:cubicBezTo>
                  <a:pt x="4694223" y="20803"/>
                  <a:pt x="4715026" y="0"/>
                  <a:pt x="4740687" y="0"/>
                </a:cubicBezTo>
                <a:close/>
                <a:moveTo>
                  <a:pt x="4070083" y="0"/>
                </a:moveTo>
                <a:lnTo>
                  <a:pt x="4255936" y="0"/>
                </a:lnTo>
                <a:cubicBezTo>
                  <a:pt x="4281597" y="0"/>
                  <a:pt x="4302400" y="20803"/>
                  <a:pt x="4302400" y="46464"/>
                </a:cubicBezTo>
                <a:lnTo>
                  <a:pt x="4302400" y="343829"/>
                </a:lnTo>
                <a:cubicBezTo>
                  <a:pt x="4302400" y="369490"/>
                  <a:pt x="4281597" y="390293"/>
                  <a:pt x="4255936" y="390293"/>
                </a:cubicBezTo>
                <a:lnTo>
                  <a:pt x="4070083" y="390293"/>
                </a:lnTo>
                <a:cubicBezTo>
                  <a:pt x="4044423" y="390293"/>
                  <a:pt x="4023620" y="369490"/>
                  <a:pt x="4023620" y="343829"/>
                </a:cubicBezTo>
                <a:lnTo>
                  <a:pt x="4023620" y="46464"/>
                </a:lnTo>
                <a:cubicBezTo>
                  <a:pt x="4023620" y="20803"/>
                  <a:pt x="4044423" y="0"/>
                  <a:pt x="4070083" y="0"/>
                </a:cubicBezTo>
                <a:close/>
                <a:moveTo>
                  <a:pt x="3399482" y="0"/>
                </a:moveTo>
                <a:lnTo>
                  <a:pt x="3585335" y="0"/>
                </a:lnTo>
                <a:cubicBezTo>
                  <a:pt x="3610996" y="0"/>
                  <a:pt x="3631799" y="20803"/>
                  <a:pt x="3631799" y="46464"/>
                </a:cubicBezTo>
                <a:lnTo>
                  <a:pt x="3631799" y="343829"/>
                </a:lnTo>
                <a:cubicBezTo>
                  <a:pt x="3631799" y="369490"/>
                  <a:pt x="3610996" y="390293"/>
                  <a:pt x="3585335" y="390293"/>
                </a:cubicBezTo>
                <a:lnTo>
                  <a:pt x="3399482" y="390293"/>
                </a:lnTo>
                <a:cubicBezTo>
                  <a:pt x="3373821" y="390293"/>
                  <a:pt x="3353018" y="369490"/>
                  <a:pt x="3353018" y="343829"/>
                </a:cubicBezTo>
                <a:lnTo>
                  <a:pt x="3353018" y="46464"/>
                </a:lnTo>
                <a:cubicBezTo>
                  <a:pt x="3353018" y="20803"/>
                  <a:pt x="3373821" y="0"/>
                  <a:pt x="3399482" y="0"/>
                </a:cubicBezTo>
                <a:close/>
                <a:moveTo>
                  <a:pt x="2728878" y="0"/>
                </a:moveTo>
                <a:lnTo>
                  <a:pt x="2914731" y="0"/>
                </a:lnTo>
                <a:cubicBezTo>
                  <a:pt x="2940392" y="0"/>
                  <a:pt x="2961195" y="20803"/>
                  <a:pt x="2961195" y="46464"/>
                </a:cubicBezTo>
                <a:lnTo>
                  <a:pt x="2961195" y="343829"/>
                </a:lnTo>
                <a:cubicBezTo>
                  <a:pt x="2961195" y="369490"/>
                  <a:pt x="2940392" y="390293"/>
                  <a:pt x="2914731" y="390293"/>
                </a:cubicBezTo>
                <a:lnTo>
                  <a:pt x="2728878" y="390293"/>
                </a:lnTo>
                <a:cubicBezTo>
                  <a:pt x="2703217" y="390293"/>
                  <a:pt x="2682415" y="369490"/>
                  <a:pt x="2682415" y="343829"/>
                </a:cubicBezTo>
                <a:lnTo>
                  <a:pt x="2682415" y="46464"/>
                </a:lnTo>
                <a:cubicBezTo>
                  <a:pt x="2682415" y="20803"/>
                  <a:pt x="2703217" y="0"/>
                  <a:pt x="2728878" y="0"/>
                </a:cubicBezTo>
                <a:close/>
                <a:moveTo>
                  <a:pt x="2058274" y="0"/>
                </a:moveTo>
                <a:lnTo>
                  <a:pt x="2244127" y="0"/>
                </a:lnTo>
                <a:cubicBezTo>
                  <a:pt x="2269789" y="0"/>
                  <a:pt x="2290592" y="20803"/>
                  <a:pt x="2290592" y="46464"/>
                </a:cubicBezTo>
                <a:lnTo>
                  <a:pt x="2290592" y="343829"/>
                </a:lnTo>
                <a:cubicBezTo>
                  <a:pt x="2290592" y="369490"/>
                  <a:pt x="2269789" y="390293"/>
                  <a:pt x="2244127" y="390293"/>
                </a:cubicBezTo>
                <a:lnTo>
                  <a:pt x="2058274" y="390293"/>
                </a:lnTo>
                <a:cubicBezTo>
                  <a:pt x="2032613" y="390293"/>
                  <a:pt x="2011811" y="369490"/>
                  <a:pt x="2011811" y="343829"/>
                </a:cubicBezTo>
                <a:lnTo>
                  <a:pt x="2011811" y="46464"/>
                </a:lnTo>
                <a:cubicBezTo>
                  <a:pt x="2011811" y="20803"/>
                  <a:pt x="2032613" y="0"/>
                  <a:pt x="2058274" y="0"/>
                </a:cubicBezTo>
                <a:close/>
                <a:moveTo>
                  <a:pt x="1387670" y="0"/>
                </a:moveTo>
                <a:lnTo>
                  <a:pt x="1573523" y="0"/>
                </a:lnTo>
                <a:cubicBezTo>
                  <a:pt x="1599184" y="0"/>
                  <a:pt x="1619987" y="20803"/>
                  <a:pt x="1619987" y="46464"/>
                </a:cubicBezTo>
                <a:lnTo>
                  <a:pt x="1619987" y="343829"/>
                </a:lnTo>
                <a:cubicBezTo>
                  <a:pt x="1619987" y="369490"/>
                  <a:pt x="1599184" y="390293"/>
                  <a:pt x="1573523" y="390293"/>
                </a:cubicBezTo>
                <a:lnTo>
                  <a:pt x="1387670" y="390293"/>
                </a:lnTo>
                <a:cubicBezTo>
                  <a:pt x="1362009" y="390293"/>
                  <a:pt x="1341206" y="369490"/>
                  <a:pt x="1341206" y="343829"/>
                </a:cubicBezTo>
                <a:lnTo>
                  <a:pt x="1341206" y="46464"/>
                </a:lnTo>
                <a:cubicBezTo>
                  <a:pt x="1341206" y="20803"/>
                  <a:pt x="1362009" y="0"/>
                  <a:pt x="1387670" y="0"/>
                </a:cubicBezTo>
                <a:close/>
                <a:moveTo>
                  <a:pt x="717068" y="0"/>
                </a:moveTo>
                <a:lnTo>
                  <a:pt x="902921" y="0"/>
                </a:lnTo>
                <a:cubicBezTo>
                  <a:pt x="928581" y="0"/>
                  <a:pt x="949384" y="20803"/>
                  <a:pt x="949384" y="46464"/>
                </a:cubicBezTo>
                <a:lnTo>
                  <a:pt x="949384" y="343829"/>
                </a:lnTo>
                <a:cubicBezTo>
                  <a:pt x="949384" y="369490"/>
                  <a:pt x="928581" y="390293"/>
                  <a:pt x="902921" y="390293"/>
                </a:cubicBezTo>
                <a:lnTo>
                  <a:pt x="717068" y="390293"/>
                </a:lnTo>
                <a:cubicBezTo>
                  <a:pt x="691407" y="390293"/>
                  <a:pt x="670604" y="369490"/>
                  <a:pt x="670604" y="343829"/>
                </a:cubicBezTo>
                <a:lnTo>
                  <a:pt x="670604" y="46464"/>
                </a:lnTo>
                <a:cubicBezTo>
                  <a:pt x="670604" y="20803"/>
                  <a:pt x="691407" y="0"/>
                  <a:pt x="717068" y="0"/>
                </a:cubicBezTo>
                <a:close/>
                <a:moveTo>
                  <a:pt x="46464" y="0"/>
                </a:moveTo>
                <a:lnTo>
                  <a:pt x="232317" y="0"/>
                </a:lnTo>
                <a:cubicBezTo>
                  <a:pt x="257978" y="0"/>
                  <a:pt x="278781" y="20803"/>
                  <a:pt x="278781" y="46464"/>
                </a:cubicBezTo>
                <a:lnTo>
                  <a:pt x="278781" y="343829"/>
                </a:lnTo>
                <a:cubicBezTo>
                  <a:pt x="278781" y="369490"/>
                  <a:pt x="257978" y="390293"/>
                  <a:pt x="232317" y="390293"/>
                </a:cubicBezTo>
                <a:lnTo>
                  <a:pt x="46464" y="390293"/>
                </a:lnTo>
                <a:cubicBezTo>
                  <a:pt x="20803" y="390293"/>
                  <a:pt x="0" y="369490"/>
                  <a:pt x="0" y="343829"/>
                </a:cubicBezTo>
                <a:lnTo>
                  <a:pt x="0" y="46464"/>
                </a:lnTo>
                <a:cubicBezTo>
                  <a:pt x="0" y="20803"/>
                  <a:pt x="20803" y="0"/>
                  <a:pt x="46464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123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-657720" y="679680"/>
            <a:ext cx="6095520" cy="6095520"/>
          </a:xfrm>
          <a:prstGeom prst="rect">
            <a:avLst/>
          </a:prstGeom>
          <a:ln w="0">
            <a:noFill/>
          </a:ln>
        </p:spPr>
      </p:pic>
      <p:sp>
        <p:nvSpPr>
          <p:cNvPr id="124" name="标题 1"/>
          <p:cNvSpPr/>
          <p:nvPr/>
        </p:nvSpPr>
        <p:spPr>
          <a:xfrm rot="16200000">
            <a:off x="9964800" y="469080"/>
            <a:ext cx="177120" cy="1238040"/>
          </a:xfrm>
          <a:custGeom>
            <a:avLst/>
            <a:gdLst>
              <a:gd name="textAreaLeft" fmla="*/ 0 w 177120"/>
              <a:gd name="textAreaRight" fmla="*/ 177480 w 177120"/>
              <a:gd name="textAreaTop" fmla="*/ 0 h 1238040"/>
              <a:gd name="textAreaBottom" fmla="*/ 1238400 h 1238040"/>
            </a:gdLst>
            <a:ahLst/>
            <a:cxnLst/>
            <a:rect l="textAreaLeft" t="textAreaTop" r="textAreaRight" b="textAreaBottom"/>
            <a:pathLst>
              <a:path w="177356" h="1238509">
                <a:moveTo>
                  <a:pt x="177356" y="1238509"/>
                </a:moveTo>
                <a:lnTo>
                  <a:pt x="0" y="1238509"/>
                </a:lnTo>
                <a:lnTo>
                  <a:pt x="88678" y="1117602"/>
                </a:lnTo>
                <a:close/>
                <a:moveTo>
                  <a:pt x="177356" y="1014986"/>
                </a:moveTo>
                <a:lnTo>
                  <a:pt x="0" y="1014986"/>
                </a:lnTo>
                <a:lnTo>
                  <a:pt x="88678" y="894082"/>
                </a:lnTo>
                <a:close/>
                <a:moveTo>
                  <a:pt x="177356" y="791466"/>
                </a:moveTo>
                <a:lnTo>
                  <a:pt x="0" y="791466"/>
                </a:lnTo>
                <a:lnTo>
                  <a:pt x="88678" y="670562"/>
                </a:lnTo>
                <a:close/>
                <a:moveTo>
                  <a:pt x="177356" y="567946"/>
                </a:moveTo>
                <a:lnTo>
                  <a:pt x="0" y="567946"/>
                </a:lnTo>
                <a:lnTo>
                  <a:pt x="88678" y="447040"/>
                </a:lnTo>
                <a:close/>
                <a:moveTo>
                  <a:pt x="177356" y="344424"/>
                </a:moveTo>
                <a:lnTo>
                  <a:pt x="0" y="344424"/>
                </a:lnTo>
                <a:lnTo>
                  <a:pt x="88678" y="223520"/>
                </a:lnTo>
                <a:close/>
                <a:moveTo>
                  <a:pt x="177356" y="120904"/>
                </a:moveTo>
                <a:lnTo>
                  <a:pt x="0" y="120904"/>
                </a:lnTo>
                <a:lnTo>
                  <a:pt x="88678" y="0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25" name="标题 1"/>
          <p:cNvSpPr/>
          <p:nvPr/>
        </p:nvSpPr>
        <p:spPr>
          <a:xfrm flipV="1">
            <a:off x="6869520" y="1038960"/>
            <a:ext cx="1752480" cy="131040"/>
          </a:xfrm>
          <a:custGeom>
            <a:avLst/>
            <a:gdLst>
              <a:gd name="textAreaLeft" fmla="*/ 0 w 1752480"/>
              <a:gd name="textAreaRight" fmla="*/ 1752840 w 1752480"/>
              <a:gd name="textAreaTop" fmla="*/ 360 h 131040"/>
              <a:gd name="textAreaBottom" fmla="*/ 131760 h 131040"/>
            </a:gdLst>
            <a:ahLst/>
            <a:cxnLst/>
            <a:rect l="textAreaLeft" t="textAreaTop" r="textAreaRight" b="textAreaBottom"/>
            <a:pathLst>
              <a:path w="1752839" h="131233" fill="none">
                <a:moveTo>
                  <a:pt x="0" y="0"/>
                </a:moveTo>
                <a:cubicBezTo>
                  <a:pt x="153389" y="-39627"/>
                  <a:pt x="348039" y="11767"/>
                  <a:pt x="619336" y="0"/>
                </a:cubicBezTo>
                <a:cubicBezTo>
                  <a:pt x="890633" y="-11767"/>
                  <a:pt x="928866" y="46909"/>
                  <a:pt x="1221145" y="0"/>
                </a:cubicBezTo>
                <a:cubicBezTo>
                  <a:pt x="1513424" y="-46909"/>
                  <a:pt x="1587218" y="56916"/>
                  <a:pt x="1752839" y="0"/>
                </a:cubicBezTo>
                <a:cubicBezTo>
                  <a:pt x="1758294" y="62768"/>
                  <a:pt x="1745613" y="97540"/>
                  <a:pt x="1752839" y="131233"/>
                </a:cubicBezTo>
                <a:cubicBezTo>
                  <a:pt x="1503715" y="163975"/>
                  <a:pt x="1438085" y="79586"/>
                  <a:pt x="1203616" y="131233"/>
                </a:cubicBezTo>
                <a:cubicBezTo>
                  <a:pt x="969147" y="182880"/>
                  <a:pt x="828942" y="62392"/>
                  <a:pt x="619336" y="131233"/>
                </a:cubicBezTo>
                <a:cubicBezTo>
                  <a:pt x="409730" y="200074"/>
                  <a:pt x="191127" y="127376"/>
                  <a:pt x="0" y="131233"/>
                </a:cubicBezTo>
                <a:cubicBezTo>
                  <a:pt x="-12281" y="79976"/>
                  <a:pt x="10481" y="26520"/>
                  <a:pt x="0" y="0"/>
                </a:cubicBezTo>
                <a:close/>
              </a:path>
              <a:path w="1752839" h="131233" stroke="0">
                <a:moveTo>
                  <a:pt x="0" y="0"/>
                </a:moveTo>
                <a:cubicBezTo>
                  <a:pt x="209006" y="-10872"/>
                  <a:pt x="319064" y="60682"/>
                  <a:pt x="566751" y="0"/>
                </a:cubicBezTo>
                <a:cubicBezTo>
                  <a:pt x="814438" y="-60682"/>
                  <a:pt x="978515" y="11589"/>
                  <a:pt x="1098446" y="0"/>
                </a:cubicBezTo>
                <a:cubicBezTo>
                  <a:pt x="1218378" y="-11589"/>
                  <a:pt x="1442579" y="74240"/>
                  <a:pt x="1752839" y="0"/>
                </a:cubicBezTo>
                <a:cubicBezTo>
                  <a:pt x="1755891" y="49379"/>
                  <a:pt x="1740761" y="67755"/>
                  <a:pt x="1752839" y="131233"/>
                </a:cubicBezTo>
                <a:cubicBezTo>
                  <a:pt x="1552902" y="183140"/>
                  <a:pt x="1354316" y="129510"/>
                  <a:pt x="1203616" y="131233"/>
                </a:cubicBezTo>
                <a:cubicBezTo>
                  <a:pt x="1052916" y="132956"/>
                  <a:pt x="874245" y="95352"/>
                  <a:pt x="584280" y="131233"/>
                </a:cubicBezTo>
                <a:cubicBezTo>
                  <a:pt x="294315" y="167114"/>
                  <a:pt x="174329" y="88418"/>
                  <a:pt x="0" y="131233"/>
                </a:cubicBezTo>
                <a:cubicBezTo>
                  <a:pt x="-5781" y="71663"/>
                  <a:pt x="1986" y="6377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solidFill>
              <a:srgbClr val="F6C90E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26" name="标题 1"/>
          <p:cNvSpPr/>
          <p:nvPr/>
        </p:nvSpPr>
        <p:spPr>
          <a:xfrm flipV="1">
            <a:off x="9363960" y="5618520"/>
            <a:ext cx="1752480" cy="131040"/>
          </a:xfrm>
          <a:custGeom>
            <a:avLst/>
            <a:gdLst>
              <a:gd name="textAreaLeft" fmla="*/ 0 w 1752480"/>
              <a:gd name="textAreaRight" fmla="*/ 1752840 w 1752480"/>
              <a:gd name="textAreaTop" fmla="*/ 360 h 131040"/>
              <a:gd name="textAreaBottom" fmla="*/ 131760 h 131040"/>
            </a:gdLst>
            <a:ahLst/>
            <a:cxnLst/>
            <a:rect l="textAreaLeft" t="textAreaTop" r="textAreaRight" b="textAreaBottom"/>
            <a:pathLst>
              <a:path w="1752839" h="131233" fill="none">
                <a:moveTo>
                  <a:pt x="0" y="0"/>
                </a:moveTo>
                <a:cubicBezTo>
                  <a:pt x="153389" y="-39627"/>
                  <a:pt x="348039" y="11767"/>
                  <a:pt x="619336" y="0"/>
                </a:cubicBezTo>
                <a:cubicBezTo>
                  <a:pt x="890633" y="-11767"/>
                  <a:pt x="928866" y="46909"/>
                  <a:pt x="1221145" y="0"/>
                </a:cubicBezTo>
                <a:cubicBezTo>
                  <a:pt x="1513424" y="-46909"/>
                  <a:pt x="1587218" y="56916"/>
                  <a:pt x="1752839" y="0"/>
                </a:cubicBezTo>
                <a:cubicBezTo>
                  <a:pt x="1758294" y="62768"/>
                  <a:pt x="1745613" y="97540"/>
                  <a:pt x="1752839" y="131233"/>
                </a:cubicBezTo>
                <a:cubicBezTo>
                  <a:pt x="1503715" y="163975"/>
                  <a:pt x="1438085" y="79586"/>
                  <a:pt x="1203616" y="131233"/>
                </a:cubicBezTo>
                <a:cubicBezTo>
                  <a:pt x="969147" y="182880"/>
                  <a:pt x="828942" y="62392"/>
                  <a:pt x="619336" y="131233"/>
                </a:cubicBezTo>
                <a:cubicBezTo>
                  <a:pt x="409730" y="200074"/>
                  <a:pt x="191127" y="127376"/>
                  <a:pt x="0" y="131233"/>
                </a:cubicBezTo>
                <a:cubicBezTo>
                  <a:pt x="-12281" y="79976"/>
                  <a:pt x="10481" y="26520"/>
                  <a:pt x="0" y="0"/>
                </a:cubicBezTo>
                <a:close/>
              </a:path>
              <a:path w="1752839" h="131233" stroke="0">
                <a:moveTo>
                  <a:pt x="0" y="0"/>
                </a:moveTo>
                <a:cubicBezTo>
                  <a:pt x="209006" y="-10872"/>
                  <a:pt x="319064" y="60682"/>
                  <a:pt x="566751" y="0"/>
                </a:cubicBezTo>
                <a:cubicBezTo>
                  <a:pt x="814438" y="-60682"/>
                  <a:pt x="978515" y="11589"/>
                  <a:pt x="1098446" y="0"/>
                </a:cubicBezTo>
                <a:cubicBezTo>
                  <a:pt x="1218378" y="-11589"/>
                  <a:pt x="1442579" y="74240"/>
                  <a:pt x="1752839" y="0"/>
                </a:cubicBezTo>
                <a:cubicBezTo>
                  <a:pt x="1755891" y="49379"/>
                  <a:pt x="1740761" y="67755"/>
                  <a:pt x="1752839" y="131233"/>
                </a:cubicBezTo>
                <a:cubicBezTo>
                  <a:pt x="1552902" y="183140"/>
                  <a:pt x="1354316" y="129510"/>
                  <a:pt x="1203616" y="131233"/>
                </a:cubicBezTo>
                <a:cubicBezTo>
                  <a:pt x="1052916" y="132956"/>
                  <a:pt x="874245" y="95352"/>
                  <a:pt x="584280" y="131233"/>
                </a:cubicBezTo>
                <a:cubicBezTo>
                  <a:pt x="294315" y="167114"/>
                  <a:pt x="174329" y="88418"/>
                  <a:pt x="0" y="131233"/>
                </a:cubicBezTo>
                <a:cubicBezTo>
                  <a:pt x="-5781" y="71663"/>
                  <a:pt x="1986" y="6377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solidFill>
              <a:srgbClr val="F6C90E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27" name="标题 1"/>
          <p:cNvSpPr/>
          <p:nvPr/>
        </p:nvSpPr>
        <p:spPr>
          <a:xfrm rot="16200000" flipV="1">
            <a:off x="6269040" y="4509000"/>
            <a:ext cx="212760" cy="2265840"/>
          </a:xfrm>
          <a:custGeom>
            <a:avLst/>
            <a:gdLst>
              <a:gd name="textAreaLeft" fmla="*/ 0 w 212760"/>
              <a:gd name="textAreaRight" fmla="*/ 213120 w 212760"/>
              <a:gd name="textAreaTop" fmla="*/ 360 h 2265840"/>
              <a:gd name="textAreaBottom" fmla="*/ 2266560 h 2265840"/>
            </a:gdLst>
            <a:ahLst/>
            <a:cxnLst/>
            <a:rect l="textAreaLeft" t="textAreaTop" r="textAreaRight" b="textAreaBottom"/>
            <a:pathLst>
              <a:path w="213258" h="2266035">
                <a:moveTo>
                  <a:pt x="213258" y="162036"/>
                </a:moveTo>
                <a:lnTo>
                  <a:pt x="106629" y="0"/>
                </a:lnTo>
                <a:lnTo>
                  <a:pt x="0" y="162036"/>
                </a:lnTo>
                <a:close/>
                <a:moveTo>
                  <a:pt x="213258" y="462609"/>
                </a:moveTo>
                <a:lnTo>
                  <a:pt x="106629" y="300573"/>
                </a:lnTo>
                <a:lnTo>
                  <a:pt x="0" y="462609"/>
                </a:lnTo>
                <a:close/>
                <a:moveTo>
                  <a:pt x="213258" y="763180"/>
                </a:moveTo>
                <a:lnTo>
                  <a:pt x="106629" y="601144"/>
                </a:lnTo>
                <a:lnTo>
                  <a:pt x="0" y="763180"/>
                </a:lnTo>
                <a:close/>
                <a:moveTo>
                  <a:pt x="213258" y="1063751"/>
                </a:moveTo>
                <a:lnTo>
                  <a:pt x="106629" y="901715"/>
                </a:lnTo>
                <a:lnTo>
                  <a:pt x="0" y="1063751"/>
                </a:lnTo>
                <a:close/>
                <a:moveTo>
                  <a:pt x="213258" y="1364322"/>
                </a:moveTo>
                <a:lnTo>
                  <a:pt x="106629" y="1202286"/>
                </a:lnTo>
                <a:lnTo>
                  <a:pt x="0" y="1364322"/>
                </a:lnTo>
                <a:close/>
                <a:moveTo>
                  <a:pt x="213258" y="1664893"/>
                </a:moveTo>
                <a:lnTo>
                  <a:pt x="106629" y="1502857"/>
                </a:lnTo>
                <a:lnTo>
                  <a:pt x="0" y="1664893"/>
                </a:lnTo>
                <a:close/>
                <a:moveTo>
                  <a:pt x="213258" y="1965464"/>
                </a:moveTo>
                <a:lnTo>
                  <a:pt x="106629" y="1803428"/>
                </a:lnTo>
                <a:lnTo>
                  <a:pt x="0" y="1965464"/>
                </a:lnTo>
                <a:close/>
                <a:moveTo>
                  <a:pt x="213258" y="2266035"/>
                </a:moveTo>
                <a:lnTo>
                  <a:pt x="106629" y="2103999"/>
                </a:lnTo>
                <a:lnTo>
                  <a:pt x="0" y="2266035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28" name="标题 1"/>
          <p:cNvSpPr/>
          <p:nvPr/>
        </p:nvSpPr>
        <p:spPr>
          <a:xfrm rot="16200000">
            <a:off x="10697040" y="3783600"/>
            <a:ext cx="1295640" cy="35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36000" bIns="3600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29" name="标题 1"/>
          <p:cNvSpPr/>
          <p:nvPr/>
        </p:nvSpPr>
        <p:spPr>
          <a:xfrm rot="5400000">
            <a:off x="11278440" y="4997160"/>
            <a:ext cx="133560" cy="1944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30" name="标题 1"/>
          <p:cNvSpPr/>
          <p:nvPr/>
        </p:nvSpPr>
        <p:spPr>
          <a:xfrm rot="5400000">
            <a:off x="11278440" y="4759920"/>
            <a:ext cx="133560" cy="19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31" name="标题 1"/>
          <p:cNvSpPr/>
          <p:nvPr/>
        </p:nvSpPr>
        <p:spPr>
          <a:xfrm rot="5400000">
            <a:off x="11278440" y="4522320"/>
            <a:ext cx="133560" cy="19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32" name="标题 1"/>
          <p:cNvSpPr/>
          <p:nvPr/>
        </p:nvSpPr>
        <p:spPr>
          <a:xfrm rot="16200000" flipH="1">
            <a:off x="3803040" y="3817800"/>
            <a:ext cx="484920" cy="926280"/>
          </a:xfrm>
          <a:custGeom>
            <a:avLst/>
            <a:gdLst>
              <a:gd name="textAreaLeft" fmla="*/ -360 w 484920"/>
              <a:gd name="textAreaRight" fmla="*/ 484920 w 484920"/>
              <a:gd name="textAreaTop" fmla="*/ 0 h 926280"/>
              <a:gd name="textAreaBottom" fmla="*/ 926640 h 926280"/>
            </a:gdLst>
            <a:ahLst/>
            <a:cxnLst/>
            <a:rect l="textAreaLeft" t="textAreaTop" r="textAreaRight" b="textAreaBottom"/>
            <a:pathLst>
              <a:path w="606471" h="1157772">
                <a:moveTo>
                  <a:pt x="557385" y="1059599"/>
                </a:moveTo>
                <a:cubicBezTo>
                  <a:pt x="584494" y="1059599"/>
                  <a:pt x="606471" y="1081575"/>
                  <a:pt x="606471" y="1108685"/>
                </a:cubicBezTo>
                <a:cubicBezTo>
                  <a:pt x="606471" y="1135795"/>
                  <a:pt x="584494" y="1157772"/>
                  <a:pt x="557385" y="1157772"/>
                </a:cubicBezTo>
                <a:cubicBezTo>
                  <a:pt x="530275" y="1157772"/>
                  <a:pt x="508298" y="1135795"/>
                  <a:pt x="508298" y="1108685"/>
                </a:cubicBezTo>
                <a:cubicBezTo>
                  <a:pt x="508298" y="1081575"/>
                  <a:pt x="530275" y="1059599"/>
                  <a:pt x="557385" y="1059599"/>
                </a:cubicBezTo>
                <a:close/>
                <a:moveTo>
                  <a:pt x="387320" y="1059599"/>
                </a:moveTo>
                <a:cubicBezTo>
                  <a:pt x="414430" y="1059599"/>
                  <a:pt x="436407" y="1081575"/>
                  <a:pt x="436407" y="1108685"/>
                </a:cubicBezTo>
                <a:cubicBezTo>
                  <a:pt x="436407" y="1135795"/>
                  <a:pt x="414430" y="1157772"/>
                  <a:pt x="387320" y="1157772"/>
                </a:cubicBezTo>
                <a:cubicBezTo>
                  <a:pt x="360211" y="1157772"/>
                  <a:pt x="338234" y="1135795"/>
                  <a:pt x="338234" y="1108685"/>
                </a:cubicBezTo>
                <a:cubicBezTo>
                  <a:pt x="338234" y="1081575"/>
                  <a:pt x="360211" y="1059599"/>
                  <a:pt x="387320" y="1059599"/>
                </a:cubicBezTo>
                <a:close/>
                <a:moveTo>
                  <a:pt x="219151" y="1059599"/>
                </a:moveTo>
                <a:cubicBezTo>
                  <a:pt x="246260" y="1059599"/>
                  <a:pt x="268237" y="1081575"/>
                  <a:pt x="268237" y="1108685"/>
                </a:cubicBezTo>
                <a:cubicBezTo>
                  <a:pt x="268237" y="1135795"/>
                  <a:pt x="246260" y="1157772"/>
                  <a:pt x="219151" y="1157772"/>
                </a:cubicBezTo>
                <a:cubicBezTo>
                  <a:pt x="192041" y="1157772"/>
                  <a:pt x="170064" y="1135795"/>
                  <a:pt x="170064" y="1108685"/>
                </a:cubicBezTo>
                <a:cubicBezTo>
                  <a:pt x="170064" y="1081575"/>
                  <a:pt x="192041" y="1059599"/>
                  <a:pt x="219151" y="1059599"/>
                </a:cubicBezTo>
                <a:close/>
                <a:moveTo>
                  <a:pt x="49086" y="1059599"/>
                </a:moveTo>
                <a:cubicBezTo>
                  <a:pt x="76196" y="1059599"/>
                  <a:pt x="98173" y="1081575"/>
                  <a:pt x="98173" y="1108685"/>
                </a:cubicBezTo>
                <a:cubicBezTo>
                  <a:pt x="98173" y="1135795"/>
                  <a:pt x="76196" y="1157772"/>
                  <a:pt x="49086" y="1157772"/>
                </a:cubicBezTo>
                <a:cubicBezTo>
                  <a:pt x="21977" y="1157772"/>
                  <a:pt x="0" y="1135795"/>
                  <a:pt x="0" y="1108685"/>
                </a:cubicBezTo>
                <a:cubicBezTo>
                  <a:pt x="0" y="1081575"/>
                  <a:pt x="21977" y="1059599"/>
                  <a:pt x="49086" y="1059599"/>
                </a:cubicBezTo>
                <a:close/>
                <a:moveTo>
                  <a:pt x="557385" y="882999"/>
                </a:moveTo>
                <a:cubicBezTo>
                  <a:pt x="584494" y="882999"/>
                  <a:pt x="606471" y="904976"/>
                  <a:pt x="606471" y="932085"/>
                </a:cubicBezTo>
                <a:cubicBezTo>
                  <a:pt x="606471" y="959195"/>
                  <a:pt x="584494" y="981172"/>
                  <a:pt x="557385" y="981172"/>
                </a:cubicBezTo>
                <a:cubicBezTo>
                  <a:pt x="530275" y="981172"/>
                  <a:pt x="508298" y="959195"/>
                  <a:pt x="508298" y="932085"/>
                </a:cubicBezTo>
                <a:cubicBezTo>
                  <a:pt x="508298" y="904976"/>
                  <a:pt x="530275" y="882999"/>
                  <a:pt x="557385" y="882999"/>
                </a:cubicBezTo>
                <a:close/>
                <a:moveTo>
                  <a:pt x="387320" y="882999"/>
                </a:moveTo>
                <a:cubicBezTo>
                  <a:pt x="414430" y="882999"/>
                  <a:pt x="436407" y="904976"/>
                  <a:pt x="436407" y="932085"/>
                </a:cubicBezTo>
                <a:cubicBezTo>
                  <a:pt x="436407" y="959195"/>
                  <a:pt x="414430" y="981172"/>
                  <a:pt x="387320" y="981172"/>
                </a:cubicBezTo>
                <a:cubicBezTo>
                  <a:pt x="360211" y="981172"/>
                  <a:pt x="338234" y="959195"/>
                  <a:pt x="338234" y="932085"/>
                </a:cubicBezTo>
                <a:cubicBezTo>
                  <a:pt x="338234" y="904976"/>
                  <a:pt x="360211" y="882999"/>
                  <a:pt x="387320" y="882999"/>
                </a:cubicBezTo>
                <a:close/>
                <a:moveTo>
                  <a:pt x="219151" y="882999"/>
                </a:moveTo>
                <a:cubicBezTo>
                  <a:pt x="246260" y="882999"/>
                  <a:pt x="268237" y="904976"/>
                  <a:pt x="268237" y="932085"/>
                </a:cubicBezTo>
                <a:cubicBezTo>
                  <a:pt x="268237" y="959195"/>
                  <a:pt x="246260" y="981172"/>
                  <a:pt x="219151" y="981172"/>
                </a:cubicBezTo>
                <a:cubicBezTo>
                  <a:pt x="192041" y="981172"/>
                  <a:pt x="170064" y="959195"/>
                  <a:pt x="170064" y="932085"/>
                </a:cubicBezTo>
                <a:cubicBezTo>
                  <a:pt x="170064" y="904976"/>
                  <a:pt x="192041" y="882999"/>
                  <a:pt x="219151" y="882999"/>
                </a:cubicBezTo>
                <a:close/>
                <a:moveTo>
                  <a:pt x="49086" y="882999"/>
                </a:moveTo>
                <a:cubicBezTo>
                  <a:pt x="76196" y="882999"/>
                  <a:pt x="98173" y="904976"/>
                  <a:pt x="98173" y="932085"/>
                </a:cubicBezTo>
                <a:cubicBezTo>
                  <a:pt x="98173" y="959195"/>
                  <a:pt x="76196" y="981172"/>
                  <a:pt x="49086" y="981172"/>
                </a:cubicBezTo>
                <a:cubicBezTo>
                  <a:pt x="21977" y="981172"/>
                  <a:pt x="0" y="959195"/>
                  <a:pt x="0" y="932085"/>
                </a:cubicBezTo>
                <a:cubicBezTo>
                  <a:pt x="0" y="904976"/>
                  <a:pt x="21977" y="882999"/>
                  <a:pt x="49086" y="882999"/>
                </a:cubicBezTo>
                <a:close/>
                <a:moveTo>
                  <a:pt x="557385" y="706399"/>
                </a:moveTo>
                <a:cubicBezTo>
                  <a:pt x="584494" y="706399"/>
                  <a:pt x="606471" y="728376"/>
                  <a:pt x="606471" y="755486"/>
                </a:cubicBezTo>
                <a:cubicBezTo>
                  <a:pt x="606471" y="782595"/>
                  <a:pt x="584494" y="804572"/>
                  <a:pt x="557385" y="804572"/>
                </a:cubicBezTo>
                <a:cubicBezTo>
                  <a:pt x="530275" y="804572"/>
                  <a:pt x="508298" y="782595"/>
                  <a:pt x="508298" y="755486"/>
                </a:cubicBezTo>
                <a:cubicBezTo>
                  <a:pt x="508298" y="728376"/>
                  <a:pt x="530275" y="706399"/>
                  <a:pt x="557385" y="706399"/>
                </a:cubicBezTo>
                <a:close/>
                <a:moveTo>
                  <a:pt x="387320" y="706399"/>
                </a:moveTo>
                <a:cubicBezTo>
                  <a:pt x="414430" y="706399"/>
                  <a:pt x="436407" y="728376"/>
                  <a:pt x="436407" y="755486"/>
                </a:cubicBezTo>
                <a:cubicBezTo>
                  <a:pt x="436407" y="782595"/>
                  <a:pt x="414430" y="804572"/>
                  <a:pt x="387320" y="804572"/>
                </a:cubicBezTo>
                <a:cubicBezTo>
                  <a:pt x="360211" y="804572"/>
                  <a:pt x="338234" y="782595"/>
                  <a:pt x="338234" y="755486"/>
                </a:cubicBezTo>
                <a:cubicBezTo>
                  <a:pt x="338234" y="728376"/>
                  <a:pt x="360211" y="706399"/>
                  <a:pt x="387320" y="706399"/>
                </a:cubicBezTo>
                <a:close/>
                <a:moveTo>
                  <a:pt x="219151" y="706399"/>
                </a:moveTo>
                <a:cubicBezTo>
                  <a:pt x="246260" y="706399"/>
                  <a:pt x="268237" y="728376"/>
                  <a:pt x="268237" y="755486"/>
                </a:cubicBezTo>
                <a:cubicBezTo>
                  <a:pt x="268237" y="782595"/>
                  <a:pt x="246260" y="804572"/>
                  <a:pt x="219151" y="804572"/>
                </a:cubicBezTo>
                <a:cubicBezTo>
                  <a:pt x="192041" y="804572"/>
                  <a:pt x="170064" y="782595"/>
                  <a:pt x="170064" y="755486"/>
                </a:cubicBezTo>
                <a:cubicBezTo>
                  <a:pt x="170064" y="728376"/>
                  <a:pt x="192041" y="706399"/>
                  <a:pt x="219151" y="706399"/>
                </a:cubicBezTo>
                <a:close/>
                <a:moveTo>
                  <a:pt x="49086" y="706399"/>
                </a:moveTo>
                <a:cubicBezTo>
                  <a:pt x="76196" y="706399"/>
                  <a:pt x="98173" y="728376"/>
                  <a:pt x="98173" y="755486"/>
                </a:cubicBezTo>
                <a:cubicBezTo>
                  <a:pt x="98173" y="782595"/>
                  <a:pt x="76196" y="804572"/>
                  <a:pt x="49086" y="804572"/>
                </a:cubicBezTo>
                <a:cubicBezTo>
                  <a:pt x="21977" y="804572"/>
                  <a:pt x="0" y="782595"/>
                  <a:pt x="0" y="755486"/>
                </a:cubicBezTo>
                <a:cubicBezTo>
                  <a:pt x="0" y="728376"/>
                  <a:pt x="21977" y="706399"/>
                  <a:pt x="49086" y="706399"/>
                </a:cubicBezTo>
                <a:close/>
                <a:moveTo>
                  <a:pt x="557385" y="529799"/>
                </a:moveTo>
                <a:cubicBezTo>
                  <a:pt x="584494" y="529799"/>
                  <a:pt x="606471" y="551776"/>
                  <a:pt x="606471" y="578886"/>
                </a:cubicBezTo>
                <a:cubicBezTo>
                  <a:pt x="606471" y="605995"/>
                  <a:pt x="584494" y="627972"/>
                  <a:pt x="557385" y="627972"/>
                </a:cubicBezTo>
                <a:cubicBezTo>
                  <a:pt x="530275" y="627972"/>
                  <a:pt x="508298" y="605995"/>
                  <a:pt x="508298" y="578886"/>
                </a:cubicBezTo>
                <a:cubicBezTo>
                  <a:pt x="508298" y="551776"/>
                  <a:pt x="530275" y="529799"/>
                  <a:pt x="557385" y="529799"/>
                </a:cubicBezTo>
                <a:close/>
                <a:moveTo>
                  <a:pt x="387320" y="529799"/>
                </a:moveTo>
                <a:cubicBezTo>
                  <a:pt x="414430" y="529799"/>
                  <a:pt x="436407" y="551776"/>
                  <a:pt x="436407" y="578886"/>
                </a:cubicBezTo>
                <a:cubicBezTo>
                  <a:pt x="436407" y="605995"/>
                  <a:pt x="414430" y="627972"/>
                  <a:pt x="387320" y="627972"/>
                </a:cubicBezTo>
                <a:cubicBezTo>
                  <a:pt x="360211" y="627972"/>
                  <a:pt x="338234" y="605995"/>
                  <a:pt x="338234" y="578886"/>
                </a:cubicBezTo>
                <a:cubicBezTo>
                  <a:pt x="338234" y="551776"/>
                  <a:pt x="360211" y="529799"/>
                  <a:pt x="387320" y="529799"/>
                </a:cubicBezTo>
                <a:close/>
                <a:moveTo>
                  <a:pt x="219151" y="529799"/>
                </a:moveTo>
                <a:cubicBezTo>
                  <a:pt x="246260" y="529799"/>
                  <a:pt x="268237" y="551776"/>
                  <a:pt x="268237" y="578886"/>
                </a:cubicBezTo>
                <a:cubicBezTo>
                  <a:pt x="268237" y="605995"/>
                  <a:pt x="246260" y="627972"/>
                  <a:pt x="219151" y="627972"/>
                </a:cubicBezTo>
                <a:cubicBezTo>
                  <a:pt x="192041" y="627972"/>
                  <a:pt x="170064" y="605995"/>
                  <a:pt x="170064" y="578886"/>
                </a:cubicBezTo>
                <a:cubicBezTo>
                  <a:pt x="170064" y="551776"/>
                  <a:pt x="192041" y="529799"/>
                  <a:pt x="219151" y="529799"/>
                </a:cubicBezTo>
                <a:close/>
                <a:moveTo>
                  <a:pt x="49086" y="529799"/>
                </a:moveTo>
                <a:cubicBezTo>
                  <a:pt x="76196" y="529799"/>
                  <a:pt x="98173" y="551776"/>
                  <a:pt x="98173" y="578886"/>
                </a:cubicBezTo>
                <a:cubicBezTo>
                  <a:pt x="98173" y="605995"/>
                  <a:pt x="76196" y="627972"/>
                  <a:pt x="49086" y="627972"/>
                </a:cubicBezTo>
                <a:cubicBezTo>
                  <a:pt x="21977" y="627972"/>
                  <a:pt x="0" y="605995"/>
                  <a:pt x="0" y="578886"/>
                </a:cubicBezTo>
                <a:cubicBezTo>
                  <a:pt x="0" y="551776"/>
                  <a:pt x="21977" y="529799"/>
                  <a:pt x="49086" y="529799"/>
                </a:cubicBezTo>
                <a:close/>
                <a:moveTo>
                  <a:pt x="557385" y="353199"/>
                </a:moveTo>
                <a:cubicBezTo>
                  <a:pt x="584494" y="353199"/>
                  <a:pt x="606471" y="375176"/>
                  <a:pt x="606471" y="402286"/>
                </a:cubicBezTo>
                <a:cubicBezTo>
                  <a:pt x="606471" y="429396"/>
                  <a:pt x="584494" y="451372"/>
                  <a:pt x="557385" y="451372"/>
                </a:cubicBezTo>
                <a:cubicBezTo>
                  <a:pt x="530275" y="451372"/>
                  <a:pt x="508298" y="429396"/>
                  <a:pt x="508298" y="402286"/>
                </a:cubicBezTo>
                <a:cubicBezTo>
                  <a:pt x="508298" y="375176"/>
                  <a:pt x="530275" y="353199"/>
                  <a:pt x="557385" y="353199"/>
                </a:cubicBezTo>
                <a:close/>
                <a:moveTo>
                  <a:pt x="387320" y="353199"/>
                </a:moveTo>
                <a:cubicBezTo>
                  <a:pt x="414430" y="353199"/>
                  <a:pt x="436407" y="375176"/>
                  <a:pt x="436407" y="402286"/>
                </a:cubicBezTo>
                <a:cubicBezTo>
                  <a:pt x="436407" y="429396"/>
                  <a:pt x="414430" y="451372"/>
                  <a:pt x="387320" y="451372"/>
                </a:cubicBezTo>
                <a:cubicBezTo>
                  <a:pt x="360211" y="451372"/>
                  <a:pt x="338234" y="429396"/>
                  <a:pt x="338234" y="402286"/>
                </a:cubicBezTo>
                <a:cubicBezTo>
                  <a:pt x="338234" y="375176"/>
                  <a:pt x="360211" y="353199"/>
                  <a:pt x="387320" y="353199"/>
                </a:cubicBezTo>
                <a:close/>
                <a:moveTo>
                  <a:pt x="219151" y="353199"/>
                </a:moveTo>
                <a:cubicBezTo>
                  <a:pt x="246260" y="353199"/>
                  <a:pt x="268237" y="375176"/>
                  <a:pt x="268237" y="402286"/>
                </a:cubicBezTo>
                <a:cubicBezTo>
                  <a:pt x="268237" y="429396"/>
                  <a:pt x="246260" y="451372"/>
                  <a:pt x="219151" y="451372"/>
                </a:cubicBezTo>
                <a:cubicBezTo>
                  <a:pt x="192041" y="451372"/>
                  <a:pt x="170064" y="429396"/>
                  <a:pt x="170064" y="402286"/>
                </a:cubicBezTo>
                <a:cubicBezTo>
                  <a:pt x="170064" y="375176"/>
                  <a:pt x="192041" y="353199"/>
                  <a:pt x="219151" y="353199"/>
                </a:cubicBezTo>
                <a:close/>
                <a:moveTo>
                  <a:pt x="49086" y="353199"/>
                </a:moveTo>
                <a:cubicBezTo>
                  <a:pt x="76196" y="353199"/>
                  <a:pt x="98173" y="375176"/>
                  <a:pt x="98173" y="402286"/>
                </a:cubicBezTo>
                <a:cubicBezTo>
                  <a:pt x="98173" y="429396"/>
                  <a:pt x="76196" y="451372"/>
                  <a:pt x="49086" y="451372"/>
                </a:cubicBezTo>
                <a:cubicBezTo>
                  <a:pt x="21977" y="451372"/>
                  <a:pt x="0" y="429396"/>
                  <a:pt x="0" y="402286"/>
                </a:cubicBezTo>
                <a:cubicBezTo>
                  <a:pt x="0" y="375176"/>
                  <a:pt x="21977" y="353199"/>
                  <a:pt x="49086" y="353199"/>
                </a:cubicBezTo>
                <a:close/>
                <a:moveTo>
                  <a:pt x="557385" y="176600"/>
                </a:moveTo>
                <a:cubicBezTo>
                  <a:pt x="584495" y="176600"/>
                  <a:pt x="606471" y="198576"/>
                  <a:pt x="606471" y="225686"/>
                </a:cubicBezTo>
                <a:cubicBezTo>
                  <a:pt x="606471" y="252796"/>
                  <a:pt x="584494" y="274772"/>
                  <a:pt x="557385" y="274772"/>
                </a:cubicBezTo>
                <a:cubicBezTo>
                  <a:pt x="530275" y="274772"/>
                  <a:pt x="508298" y="252796"/>
                  <a:pt x="508298" y="225686"/>
                </a:cubicBezTo>
                <a:cubicBezTo>
                  <a:pt x="508298" y="198576"/>
                  <a:pt x="530275" y="176600"/>
                  <a:pt x="557385" y="176600"/>
                </a:cubicBezTo>
                <a:close/>
                <a:moveTo>
                  <a:pt x="387321" y="176600"/>
                </a:moveTo>
                <a:cubicBezTo>
                  <a:pt x="414430" y="176600"/>
                  <a:pt x="436407" y="198576"/>
                  <a:pt x="436407" y="225686"/>
                </a:cubicBezTo>
                <a:cubicBezTo>
                  <a:pt x="436407" y="252796"/>
                  <a:pt x="414430" y="274772"/>
                  <a:pt x="387320" y="274772"/>
                </a:cubicBezTo>
                <a:cubicBezTo>
                  <a:pt x="360211" y="274772"/>
                  <a:pt x="338234" y="252796"/>
                  <a:pt x="338234" y="225686"/>
                </a:cubicBezTo>
                <a:cubicBezTo>
                  <a:pt x="338234" y="198576"/>
                  <a:pt x="360211" y="176600"/>
                  <a:pt x="387321" y="176600"/>
                </a:cubicBezTo>
                <a:close/>
                <a:moveTo>
                  <a:pt x="219151" y="176600"/>
                </a:moveTo>
                <a:cubicBezTo>
                  <a:pt x="246261" y="176600"/>
                  <a:pt x="268237" y="198576"/>
                  <a:pt x="268237" y="225686"/>
                </a:cubicBezTo>
                <a:cubicBezTo>
                  <a:pt x="268237" y="252796"/>
                  <a:pt x="246260" y="274772"/>
                  <a:pt x="219151" y="274772"/>
                </a:cubicBezTo>
                <a:cubicBezTo>
                  <a:pt x="192041" y="274772"/>
                  <a:pt x="170064" y="252796"/>
                  <a:pt x="170064" y="225686"/>
                </a:cubicBezTo>
                <a:cubicBezTo>
                  <a:pt x="170064" y="198576"/>
                  <a:pt x="192041" y="176600"/>
                  <a:pt x="219151" y="176600"/>
                </a:cubicBezTo>
                <a:close/>
                <a:moveTo>
                  <a:pt x="49087" y="176600"/>
                </a:moveTo>
                <a:cubicBezTo>
                  <a:pt x="76196" y="176600"/>
                  <a:pt x="98173" y="198576"/>
                  <a:pt x="98173" y="225686"/>
                </a:cubicBezTo>
                <a:cubicBezTo>
                  <a:pt x="98173" y="252796"/>
                  <a:pt x="76196" y="274772"/>
                  <a:pt x="49086" y="274772"/>
                </a:cubicBezTo>
                <a:cubicBezTo>
                  <a:pt x="21977" y="274772"/>
                  <a:pt x="0" y="252796"/>
                  <a:pt x="0" y="225686"/>
                </a:cubicBezTo>
                <a:cubicBezTo>
                  <a:pt x="0" y="198576"/>
                  <a:pt x="21977" y="176600"/>
                  <a:pt x="49087" y="176600"/>
                </a:cubicBezTo>
                <a:close/>
                <a:moveTo>
                  <a:pt x="557385" y="0"/>
                </a:moveTo>
                <a:cubicBezTo>
                  <a:pt x="584495" y="0"/>
                  <a:pt x="606471" y="21977"/>
                  <a:pt x="606471" y="49086"/>
                </a:cubicBezTo>
                <a:cubicBezTo>
                  <a:pt x="606471" y="76196"/>
                  <a:pt x="584495" y="98173"/>
                  <a:pt x="557385" y="98173"/>
                </a:cubicBezTo>
                <a:cubicBezTo>
                  <a:pt x="530275" y="98173"/>
                  <a:pt x="508298" y="76196"/>
                  <a:pt x="508298" y="49086"/>
                </a:cubicBezTo>
                <a:cubicBezTo>
                  <a:pt x="508298" y="21977"/>
                  <a:pt x="530275" y="0"/>
                  <a:pt x="557385" y="0"/>
                </a:cubicBezTo>
                <a:close/>
                <a:moveTo>
                  <a:pt x="387321" y="0"/>
                </a:moveTo>
                <a:cubicBezTo>
                  <a:pt x="414430" y="0"/>
                  <a:pt x="436407" y="21977"/>
                  <a:pt x="436407" y="49086"/>
                </a:cubicBezTo>
                <a:cubicBezTo>
                  <a:pt x="436407" y="76196"/>
                  <a:pt x="414430" y="98173"/>
                  <a:pt x="387321" y="98173"/>
                </a:cubicBezTo>
                <a:cubicBezTo>
                  <a:pt x="360211" y="98173"/>
                  <a:pt x="338234" y="76196"/>
                  <a:pt x="338234" y="49086"/>
                </a:cubicBezTo>
                <a:cubicBezTo>
                  <a:pt x="338234" y="21977"/>
                  <a:pt x="360211" y="0"/>
                  <a:pt x="387321" y="0"/>
                </a:cubicBezTo>
                <a:close/>
                <a:moveTo>
                  <a:pt x="219151" y="0"/>
                </a:moveTo>
                <a:cubicBezTo>
                  <a:pt x="246261" y="0"/>
                  <a:pt x="268237" y="21977"/>
                  <a:pt x="268237" y="49086"/>
                </a:cubicBezTo>
                <a:cubicBezTo>
                  <a:pt x="268237" y="76196"/>
                  <a:pt x="246261" y="98173"/>
                  <a:pt x="219151" y="98173"/>
                </a:cubicBezTo>
                <a:cubicBezTo>
                  <a:pt x="192041" y="98173"/>
                  <a:pt x="170064" y="76196"/>
                  <a:pt x="170064" y="49086"/>
                </a:cubicBezTo>
                <a:cubicBezTo>
                  <a:pt x="170064" y="21977"/>
                  <a:pt x="192041" y="0"/>
                  <a:pt x="219151" y="0"/>
                </a:cubicBezTo>
                <a:close/>
                <a:moveTo>
                  <a:pt x="49087" y="0"/>
                </a:moveTo>
                <a:cubicBezTo>
                  <a:pt x="76196" y="0"/>
                  <a:pt x="98173" y="21977"/>
                  <a:pt x="98173" y="49086"/>
                </a:cubicBezTo>
                <a:cubicBezTo>
                  <a:pt x="98173" y="76196"/>
                  <a:pt x="76196" y="98173"/>
                  <a:pt x="49087" y="98173"/>
                </a:cubicBezTo>
                <a:cubicBezTo>
                  <a:pt x="21977" y="98173"/>
                  <a:pt x="0" y="76196"/>
                  <a:pt x="0" y="49086"/>
                </a:cubicBezTo>
                <a:cubicBezTo>
                  <a:pt x="0" y="21977"/>
                  <a:pt x="21977" y="0"/>
                  <a:pt x="49087" y="0"/>
                </a:cubicBezTo>
                <a:close/>
              </a:path>
            </a:pathLst>
          </a:custGeom>
          <a:gradFill rotWithShape="0">
            <a:gsLst>
              <a:gs pos="0">
                <a:srgbClr val="FDF4CF">
                  <a:alpha val="56078"/>
                </a:srgbClr>
              </a:gs>
              <a:gs pos="100000">
                <a:srgbClr val="F6C90E"/>
              </a:gs>
            </a:gsLst>
            <a:lin ang="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33" name="标题 1"/>
          <p:cNvSpPr/>
          <p:nvPr/>
        </p:nvSpPr>
        <p:spPr>
          <a:xfrm>
            <a:off x="5242680" y="4487400"/>
            <a:ext cx="2388240" cy="369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34" name="标题 1"/>
          <p:cNvSpPr/>
          <p:nvPr/>
        </p:nvSpPr>
        <p:spPr>
          <a:xfrm>
            <a:off x="7716960" y="4487400"/>
            <a:ext cx="2388240" cy="369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35" name="标题 1"/>
          <p:cNvSpPr/>
          <p:nvPr/>
        </p:nvSpPr>
        <p:spPr>
          <a:xfrm>
            <a:off x="5139360" y="1234800"/>
            <a:ext cx="5930640" cy="3227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lang="en-US" sz="4300" b="0" strike="noStrike" spc="-1">
                <a:solidFill>
                  <a:srgbClr val="000000"/>
                </a:solidFill>
                <a:latin typeface="OPPOSans B"/>
                <a:ea typeface="OPPOSans B"/>
              </a:rPr>
              <a:t>My Story — </a:t>
            </a:r>
            <a:endParaRPr lang="fr-FR" sz="43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4300" b="0" strike="noStrike" spc="-1">
                <a:solidFill>
                  <a:srgbClr val="000000"/>
                </a:solidFill>
                <a:latin typeface="OPPOSans B"/>
                <a:ea typeface="OPPOSans B"/>
              </a:rPr>
              <a:t>Self-Introduction</a:t>
            </a:r>
            <a:endParaRPr lang="fr-FR" sz="4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6" name="标题 1"/>
          <p:cNvSpPr/>
          <p:nvPr/>
        </p:nvSpPr>
        <p:spPr>
          <a:xfrm>
            <a:off x="5350320" y="4519800"/>
            <a:ext cx="236808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FFFFFF"/>
                </a:solidFill>
                <a:latin typeface="Segoe UI Black" panose="020B0A02040204020203"/>
                <a:ea typeface="Segoe UI Black" panose="020B0A02040204020203"/>
              </a:rPr>
              <a:t>Zhang Xiaochuan(Chris)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7" name="标题 1"/>
          <p:cNvSpPr/>
          <p:nvPr/>
        </p:nvSpPr>
        <p:spPr>
          <a:xfrm>
            <a:off x="7737120" y="4467960"/>
            <a:ext cx="221076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Segoe UI Black" panose="020B0A02040204020203"/>
                <a:ea typeface="Segoe UI Black" panose="020B0A02040204020203"/>
              </a:rPr>
              <a:t>2026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标题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39" name="标题 1"/>
          <p:cNvSpPr/>
          <p:nvPr/>
        </p:nvSpPr>
        <p:spPr>
          <a:xfrm>
            <a:off x="1621440" y="3350880"/>
            <a:ext cx="789480" cy="789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40" name="标题 1"/>
          <p:cNvSpPr/>
          <p:nvPr/>
        </p:nvSpPr>
        <p:spPr>
          <a:xfrm flipV="1">
            <a:off x="1487880" y="3226680"/>
            <a:ext cx="221760" cy="221760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41" name="标题 1"/>
          <p:cNvSpPr/>
          <p:nvPr/>
        </p:nvSpPr>
        <p:spPr>
          <a:xfrm>
            <a:off x="1487880" y="3466800"/>
            <a:ext cx="105624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000" b="0" strike="noStrike" spc="-1">
                <a:solidFill>
                  <a:srgbClr val="0D0D0D"/>
                </a:solidFill>
                <a:latin typeface="Dream-DaBiaoSongGBT"/>
                <a:ea typeface="Dream-DaBiaoSongGBT"/>
              </a:rPr>
              <a:t>01</a:t>
            </a:r>
            <a:endParaRPr lang="fr-FR" sz="4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2" name="标题 1"/>
          <p:cNvSpPr/>
          <p:nvPr/>
        </p:nvSpPr>
        <p:spPr>
          <a:xfrm>
            <a:off x="2616840" y="3045600"/>
            <a:ext cx="3704400" cy="1428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0D0D0D"/>
                </a:solidFill>
                <a:latin typeface="Dream-XinCuSongGB"/>
                <a:ea typeface="Dream-XinCuSongGB"/>
              </a:rPr>
              <a:t>Personal Overview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3" name="标题 1"/>
          <p:cNvSpPr/>
          <p:nvPr/>
        </p:nvSpPr>
        <p:spPr>
          <a:xfrm>
            <a:off x="1621440" y="4766040"/>
            <a:ext cx="789480" cy="7894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44" name="标题 1"/>
          <p:cNvSpPr/>
          <p:nvPr/>
        </p:nvSpPr>
        <p:spPr>
          <a:xfrm flipV="1">
            <a:off x="1404720" y="4737240"/>
            <a:ext cx="221760" cy="221760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45" name="标题 1"/>
          <p:cNvSpPr/>
          <p:nvPr/>
        </p:nvSpPr>
        <p:spPr>
          <a:xfrm>
            <a:off x="1505160" y="4848480"/>
            <a:ext cx="1056240" cy="6249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000" b="0" strike="noStrike" spc="-1">
                <a:solidFill>
                  <a:srgbClr val="0D0D0D"/>
                </a:solidFill>
                <a:latin typeface="Dream-DaBiaoSongGBT"/>
                <a:ea typeface="Dream-DaBiaoSongGBT"/>
              </a:rPr>
              <a:t>02</a:t>
            </a:r>
            <a:endParaRPr lang="fr-FR" sz="4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6" name="标题 1"/>
          <p:cNvSpPr/>
          <p:nvPr/>
        </p:nvSpPr>
        <p:spPr>
          <a:xfrm>
            <a:off x="2544480" y="4589640"/>
            <a:ext cx="4437000" cy="1428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0D0D0D"/>
                </a:solidFill>
                <a:latin typeface="Dream-XinCuSongGB"/>
                <a:ea typeface="Dream-XinCuSongGB"/>
              </a:rPr>
              <a:t>Hobbies: Cat and Food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7" name="标题 1"/>
          <p:cNvSpPr/>
          <p:nvPr/>
        </p:nvSpPr>
        <p:spPr>
          <a:xfrm>
            <a:off x="0" y="-5040"/>
            <a:ext cx="12196440" cy="2395440"/>
          </a:xfrm>
          <a:prstGeom prst="rect">
            <a:avLst/>
          </a:prstGeom>
          <a:solidFill>
            <a:schemeClr val="bg1">
              <a:lumMod val="50000"/>
              <a:alpha val="34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48" name="标题 1"/>
          <p:cNvSpPr/>
          <p:nvPr/>
        </p:nvSpPr>
        <p:spPr>
          <a:xfrm>
            <a:off x="10360800" y="551160"/>
            <a:ext cx="1157760" cy="1157760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grpSp>
        <p:nvGrpSpPr>
          <p:cNvPr id="149" name="组合 16"/>
          <p:cNvGrpSpPr/>
          <p:nvPr/>
        </p:nvGrpSpPr>
        <p:grpSpPr>
          <a:xfrm>
            <a:off x="10614240" y="528480"/>
            <a:ext cx="965880" cy="1215000"/>
            <a:chOff x="10614240" y="528480"/>
            <a:chExt cx="965880" cy="1215000"/>
          </a:xfrm>
        </p:grpSpPr>
        <p:sp>
          <p:nvSpPr>
            <p:cNvPr id="150" name="标题 1"/>
            <p:cNvSpPr/>
            <p:nvPr/>
          </p:nvSpPr>
          <p:spPr>
            <a:xfrm>
              <a:off x="10614240" y="1111320"/>
              <a:ext cx="657000" cy="5112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51840" bIns="51840" anchor="ctr">
              <a:noAutofit/>
            </a:bodyPr>
            <a:p>
              <a:pPr algn="ctr">
                <a:lnSpc>
                  <a:spcPct val="100000"/>
                </a:lnSpc>
              </a:pPr>
              <a:endParaRPr lang="fr-FR" sz="1800" b="0" strike="noStrike" spc="-1">
                <a:solidFill>
                  <a:srgbClr val="000000"/>
                </a:solidFill>
                <a:latin typeface="DengXian" panose="02010600030101010101" charset="-122"/>
              </a:endParaRPr>
            </a:p>
          </p:txBody>
        </p:sp>
        <p:sp>
          <p:nvSpPr>
            <p:cNvPr id="151" name="标题 1"/>
            <p:cNvSpPr/>
            <p:nvPr/>
          </p:nvSpPr>
          <p:spPr>
            <a:xfrm rot="10800000">
              <a:off x="10974960" y="528480"/>
              <a:ext cx="605160" cy="60516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47625" cap="sq">
              <a:solidFill>
                <a:srgbClr val="FFFFFF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</a:pPr>
              <a:endParaRPr lang="fr-FR" sz="1800" b="0" strike="noStrike" spc="-1">
                <a:solidFill>
                  <a:srgbClr val="000000"/>
                </a:solidFill>
                <a:latin typeface="DengXian" panose="02010600030101010101" charset="-122"/>
              </a:endParaRPr>
            </a:p>
          </p:txBody>
        </p:sp>
        <p:sp>
          <p:nvSpPr>
            <p:cNvPr id="152" name="标题 1"/>
            <p:cNvSpPr/>
            <p:nvPr/>
          </p:nvSpPr>
          <p:spPr>
            <a:xfrm rot="10800000" flipV="1">
              <a:off x="10974960" y="1137960"/>
              <a:ext cx="605160" cy="60516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47625" cap="sq">
              <a:solidFill>
                <a:srgbClr val="FFFFFF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</a:pPr>
              <a:endParaRPr lang="fr-FR" sz="1800" b="0" strike="noStrike" spc="-1">
                <a:solidFill>
                  <a:srgbClr val="000000"/>
                </a:solidFill>
                <a:latin typeface="DengXian" panose="02010600030101010101" charset="-122"/>
              </a:endParaRPr>
            </a:p>
          </p:txBody>
        </p:sp>
      </p:grpSp>
      <p:sp>
        <p:nvSpPr>
          <p:cNvPr id="153" name="标题 1"/>
          <p:cNvSpPr/>
          <p:nvPr/>
        </p:nvSpPr>
        <p:spPr>
          <a:xfrm>
            <a:off x="672120" y="0"/>
            <a:ext cx="1955160" cy="2397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54" name="标题 1"/>
          <p:cNvSpPr/>
          <p:nvPr/>
        </p:nvSpPr>
        <p:spPr>
          <a:xfrm>
            <a:off x="660240" y="245880"/>
            <a:ext cx="1932480" cy="1305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800" b="1" strike="noStrike" spc="-1">
                <a:solidFill>
                  <a:srgbClr val="000000"/>
                </a:solidFill>
                <a:latin typeface="DengXian" panose="02010600030101010101" charset="-122"/>
              </a:rPr>
              <a:t>CONTENTS</a:t>
            </a:r>
            <a:endParaRPr lang="fr-FR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5" name="标题 1"/>
          <p:cNvSpPr/>
          <p:nvPr/>
        </p:nvSpPr>
        <p:spPr>
          <a:xfrm>
            <a:off x="0" y="0"/>
            <a:ext cx="659880" cy="23972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标题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157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164680" y="5491080"/>
            <a:ext cx="6053400" cy="2608920"/>
          </a:xfrm>
          <a:prstGeom prst="rect">
            <a:avLst/>
          </a:prstGeom>
          <a:ln w="0">
            <a:noFill/>
          </a:ln>
        </p:spPr>
      </p:pic>
      <p:sp>
        <p:nvSpPr>
          <p:cNvPr id="158" name="标题 1"/>
          <p:cNvSpPr/>
          <p:nvPr/>
        </p:nvSpPr>
        <p:spPr>
          <a:xfrm>
            <a:off x="0" y="1391760"/>
            <a:ext cx="12191760" cy="3679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59" name="标题 1"/>
          <p:cNvSpPr/>
          <p:nvPr/>
        </p:nvSpPr>
        <p:spPr>
          <a:xfrm>
            <a:off x="0" y="1287360"/>
            <a:ext cx="6882840" cy="40608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60" name="标题 1"/>
          <p:cNvSpPr/>
          <p:nvPr/>
        </p:nvSpPr>
        <p:spPr>
          <a:xfrm>
            <a:off x="6809400" y="1287360"/>
            <a:ext cx="6882840" cy="40608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61" name="标题 1"/>
          <p:cNvSpPr/>
          <p:nvPr/>
        </p:nvSpPr>
        <p:spPr>
          <a:xfrm>
            <a:off x="144720" y="1380600"/>
            <a:ext cx="13402440" cy="219960"/>
          </a:xfrm>
          <a:custGeom>
            <a:avLst/>
            <a:gdLst>
              <a:gd name="textAreaLeft" fmla="*/ 0 w 13402440"/>
              <a:gd name="textAreaRight" fmla="*/ 13402800 w 1340244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3402934" h="220346">
                <a:moveTo>
                  <a:pt x="13271776" y="0"/>
                </a:moveTo>
                <a:lnTo>
                  <a:pt x="13376702" y="0"/>
                </a:lnTo>
                <a:cubicBezTo>
                  <a:pt x="13391190" y="0"/>
                  <a:pt x="13402934" y="11744"/>
                  <a:pt x="13402934" y="26232"/>
                </a:cubicBezTo>
                <a:lnTo>
                  <a:pt x="13402934" y="194114"/>
                </a:lnTo>
                <a:cubicBezTo>
                  <a:pt x="13402934" y="208602"/>
                  <a:pt x="13391190" y="220346"/>
                  <a:pt x="13376702" y="220346"/>
                </a:cubicBezTo>
                <a:lnTo>
                  <a:pt x="13271776" y="220346"/>
                </a:lnTo>
                <a:cubicBezTo>
                  <a:pt x="13257288" y="220346"/>
                  <a:pt x="13245544" y="208602"/>
                  <a:pt x="13245544" y="194114"/>
                </a:cubicBezTo>
                <a:lnTo>
                  <a:pt x="13245544" y="26232"/>
                </a:lnTo>
                <a:cubicBezTo>
                  <a:pt x="13245544" y="11744"/>
                  <a:pt x="13257288" y="0"/>
                  <a:pt x="13271776" y="0"/>
                </a:cubicBezTo>
                <a:close/>
                <a:moveTo>
                  <a:pt x="12893177" y="0"/>
                </a:moveTo>
                <a:lnTo>
                  <a:pt x="12998103" y="0"/>
                </a:lnTo>
                <a:cubicBezTo>
                  <a:pt x="13012591" y="0"/>
                  <a:pt x="13024335" y="11744"/>
                  <a:pt x="13024335" y="26232"/>
                </a:cubicBezTo>
                <a:lnTo>
                  <a:pt x="13024335" y="194114"/>
                </a:lnTo>
                <a:cubicBezTo>
                  <a:pt x="13024335" y="208602"/>
                  <a:pt x="13012591" y="220346"/>
                  <a:pt x="12998103" y="220346"/>
                </a:cubicBezTo>
                <a:lnTo>
                  <a:pt x="12893177" y="220346"/>
                </a:lnTo>
                <a:cubicBezTo>
                  <a:pt x="12878689" y="220346"/>
                  <a:pt x="12866945" y="208602"/>
                  <a:pt x="12866945" y="194114"/>
                </a:cubicBezTo>
                <a:lnTo>
                  <a:pt x="12866945" y="26232"/>
                </a:lnTo>
                <a:cubicBezTo>
                  <a:pt x="12866945" y="11744"/>
                  <a:pt x="12878689" y="0"/>
                  <a:pt x="12893177" y="0"/>
                </a:cubicBezTo>
                <a:close/>
                <a:moveTo>
                  <a:pt x="12514578" y="0"/>
                </a:moveTo>
                <a:lnTo>
                  <a:pt x="12619504" y="0"/>
                </a:lnTo>
                <a:cubicBezTo>
                  <a:pt x="12633992" y="0"/>
                  <a:pt x="12645736" y="11744"/>
                  <a:pt x="12645736" y="26232"/>
                </a:cubicBezTo>
                <a:lnTo>
                  <a:pt x="12645736" y="194114"/>
                </a:lnTo>
                <a:cubicBezTo>
                  <a:pt x="12645736" y="208602"/>
                  <a:pt x="12633992" y="220346"/>
                  <a:pt x="12619504" y="220346"/>
                </a:cubicBezTo>
                <a:lnTo>
                  <a:pt x="12514578" y="220346"/>
                </a:lnTo>
                <a:cubicBezTo>
                  <a:pt x="12500090" y="220346"/>
                  <a:pt x="12488346" y="208602"/>
                  <a:pt x="12488346" y="194114"/>
                </a:cubicBezTo>
                <a:lnTo>
                  <a:pt x="12488346" y="26232"/>
                </a:lnTo>
                <a:cubicBezTo>
                  <a:pt x="12488346" y="11744"/>
                  <a:pt x="12500090" y="0"/>
                  <a:pt x="12514578" y="0"/>
                </a:cubicBezTo>
                <a:close/>
                <a:moveTo>
                  <a:pt x="12135979" y="0"/>
                </a:moveTo>
                <a:lnTo>
                  <a:pt x="12240905" y="0"/>
                </a:lnTo>
                <a:cubicBezTo>
                  <a:pt x="12255393" y="0"/>
                  <a:pt x="12267137" y="11744"/>
                  <a:pt x="12267137" y="26232"/>
                </a:cubicBezTo>
                <a:lnTo>
                  <a:pt x="12267137" y="194114"/>
                </a:lnTo>
                <a:cubicBezTo>
                  <a:pt x="12267137" y="208602"/>
                  <a:pt x="12255393" y="220346"/>
                  <a:pt x="12240905" y="220346"/>
                </a:cubicBezTo>
                <a:lnTo>
                  <a:pt x="12135979" y="220346"/>
                </a:lnTo>
                <a:cubicBezTo>
                  <a:pt x="12121491" y="220346"/>
                  <a:pt x="12109747" y="208602"/>
                  <a:pt x="12109747" y="194114"/>
                </a:cubicBezTo>
                <a:lnTo>
                  <a:pt x="12109747" y="26232"/>
                </a:lnTo>
                <a:cubicBezTo>
                  <a:pt x="12109747" y="11744"/>
                  <a:pt x="12121491" y="0"/>
                  <a:pt x="12135979" y="0"/>
                </a:cubicBezTo>
                <a:close/>
                <a:moveTo>
                  <a:pt x="11757380" y="0"/>
                </a:moveTo>
                <a:lnTo>
                  <a:pt x="11862306" y="0"/>
                </a:lnTo>
                <a:cubicBezTo>
                  <a:pt x="11876794" y="0"/>
                  <a:pt x="11888538" y="11744"/>
                  <a:pt x="11888538" y="26232"/>
                </a:cubicBezTo>
                <a:lnTo>
                  <a:pt x="11888538" y="194114"/>
                </a:lnTo>
                <a:cubicBezTo>
                  <a:pt x="11888538" y="208602"/>
                  <a:pt x="11876794" y="220346"/>
                  <a:pt x="11862306" y="220346"/>
                </a:cubicBezTo>
                <a:lnTo>
                  <a:pt x="11757380" y="220346"/>
                </a:lnTo>
                <a:cubicBezTo>
                  <a:pt x="11742892" y="220346"/>
                  <a:pt x="11731148" y="208602"/>
                  <a:pt x="11731148" y="194114"/>
                </a:cubicBezTo>
                <a:lnTo>
                  <a:pt x="11731148" y="26232"/>
                </a:lnTo>
                <a:cubicBezTo>
                  <a:pt x="11731148" y="11744"/>
                  <a:pt x="11742892" y="0"/>
                  <a:pt x="11757380" y="0"/>
                </a:cubicBezTo>
                <a:close/>
                <a:moveTo>
                  <a:pt x="11378781" y="0"/>
                </a:moveTo>
                <a:lnTo>
                  <a:pt x="11483707" y="0"/>
                </a:lnTo>
                <a:cubicBezTo>
                  <a:pt x="11498195" y="0"/>
                  <a:pt x="11509939" y="11744"/>
                  <a:pt x="11509939" y="26232"/>
                </a:cubicBezTo>
                <a:lnTo>
                  <a:pt x="11509939" y="194114"/>
                </a:lnTo>
                <a:cubicBezTo>
                  <a:pt x="11509939" y="208602"/>
                  <a:pt x="11498195" y="220346"/>
                  <a:pt x="11483707" y="220346"/>
                </a:cubicBezTo>
                <a:lnTo>
                  <a:pt x="11378781" y="220346"/>
                </a:lnTo>
                <a:cubicBezTo>
                  <a:pt x="11364293" y="220346"/>
                  <a:pt x="11352549" y="208602"/>
                  <a:pt x="11352549" y="194114"/>
                </a:cubicBezTo>
                <a:lnTo>
                  <a:pt x="11352549" y="26232"/>
                </a:lnTo>
                <a:cubicBezTo>
                  <a:pt x="11352549" y="11744"/>
                  <a:pt x="11364293" y="0"/>
                  <a:pt x="11378781" y="0"/>
                </a:cubicBezTo>
                <a:close/>
                <a:moveTo>
                  <a:pt x="11000182" y="0"/>
                </a:moveTo>
                <a:lnTo>
                  <a:pt x="11105108" y="0"/>
                </a:lnTo>
                <a:cubicBezTo>
                  <a:pt x="11119596" y="0"/>
                  <a:pt x="11131340" y="11744"/>
                  <a:pt x="11131340" y="26232"/>
                </a:cubicBezTo>
                <a:lnTo>
                  <a:pt x="11131340" y="194114"/>
                </a:lnTo>
                <a:cubicBezTo>
                  <a:pt x="11131340" y="208602"/>
                  <a:pt x="11119596" y="220346"/>
                  <a:pt x="11105108" y="220346"/>
                </a:cubicBezTo>
                <a:lnTo>
                  <a:pt x="11000182" y="220346"/>
                </a:lnTo>
                <a:cubicBezTo>
                  <a:pt x="10985694" y="220346"/>
                  <a:pt x="10973950" y="208602"/>
                  <a:pt x="10973950" y="194114"/>
                </a:cubicBezTo>
                <a:lnTo>
                  <a:pt x="10973950" y="26232"/>
                </a:lnTo>
                <a:cubicBezTo>
                  <a:pt x="10973950" y="11744"/>
                  <a:pt x="10985694" y="0"/>
                  <a:pt x="11000182" y="0"/>
                </a:cubicBezTo>
                <a:close/>
                <a:moveTo>
                  <a:pt x="10621583" y="0"/>
                </a:moveTo>
                <a:lnTo>
                  <a:pt x="10726509" y="0"/>
                </a:lnTo>
                <a:cubicBezTo>
                  <a:pt x="10740997" y="0"/>
                  <a:pt x="10752741" y="11744"/>
                  <a:pt x="10752741" y="26232"/>
                </a:cubicBezTo>
                <a:lnTo>
                  <a:pt x="10752741" y="194114"/>
                </a:lnTo>
                <a:cubicBezTo>
                  <a:pt x="10752741" y="208602"/>
                  <a:pt x="10740997" y="220346"/>
                  <a:pt x="10726509" y="220346"/>
                </a:cubicBezTo>
                <a:lnTo>
                  <a:pt x="10621583" y="220346"/>
                </a:lnTo>
                <a:cubicBezTo>
                  <a:pt x="10607095" y="220346"/>
                  <a:pt x="10595351" y="208602"/>
                  <a:pt x="10595351" y="194114"/>
                </a:cubicBezTo>
                <a:lnTo>
                  <a:pt x="10595351" y="26232"/>
                </a:lnTo>
                <a:cubicBezTo>
                  <a:pt x="10595351" y="11744"/>
                  <a:pt x="10607095" y="0"/>
                  <a:pt x="10621583" y="0"/>
                </a:cubicBezTo>
                <a:close/>
                <a:moveTo>
                  <a:pt x="10242984" y="0"/>
                </a:moveTo>
                <a:lnTo>
                  <a:pt x="10347910" y="0"/>
                </a:lnTo>
                <a:cubicBezTo>
                  <a:pt x="10362398" y="0"/>
                  <a:pt x="10374142" y="11744"/>
                  <a:pt x="10374142" y="26232"/>
                </a:cubicBezTo>
                <a:lnTo>
                  <a:pt x="10374142" y="194114"/>
                </a:lnTo>
                <a:cubicBezTo>
                  <a:pt x="10374142" y="208602"/>
                  <a:pt x="10362398" y="220346"/>
                  <a:pt x="10347910" y="220346"/>
                </a:cubicBezTo>
                <a:lnTo>
                  <a:pt x="10242984" y="220346"/>
                </a:lnTo>
                <a:cubicBezTo>
                  <a:pt x="10228496" y="220346"/>
                  <a:pt x="10216752" y="208602"/>
                  <a:pt x="10216752" y="194114"/>
                </a:cubicBezTo>
                <a:lnTo>
                  <a:pt x="10216752" y="26232"/>
                </a:lnTo>
                <a:cubicBezTo>
                  <a:pt x="10216752" y="11744"/>
                  <a:pt x="10228496" y="0"/>
                  <a:pt x="10242984" y="0"/>
                </a:cubicBezTo>
                <a:close/>
                <a:moveTo>
                  <a:pt x="9864385" y="0"/>
                </a:moveTo>
                <a:lnTo>
                  <a:pt x="9969311" y="0"/>
                </a:lnTo>
                <a:cubicBezTo>
                  <a:pt x="9983799" y="0"/>
                  <a:pt x="9995543" y="11744"/>
                  <a:pt x="9995543" y="26232"/>
                </a:cubicBezTo>
                <a:lnTo>
                  <a:pt x="9995543" y="194114"/>
                </a:lnTo>
                <a:cubicBezTo>
                  <a:pt x="9995543" y="208602"/>
                  <a:pt x="9983799" y="220346"/>
                  <a:pt x="9969311" y="220346"/>
                </a:cubicBezTo>
                <a:lnTo>
                  <a:pt x="9864385" y="220346"/>
                </a:lnTo>
                <a:cubicBezTo>
                  <a:pt x="9849897" y="220346"/>
                  <a:pt x="9838153" y="208602"/>
                  <a:pt x="9838153" y="194114"/>
                </a:cubicBezTo>
                <a:lnTo>
                  <a:pt x="9838153" y="26232"/>
                </a:lnTo>
                <a:cubicBezTo>
                  <a:pt x="9838153" y="11744"/>
                  <a:pt x="9849897" y="0"/>
                  <a:pt x="9864385" y="0"/>
                </a:cubicBezTo>
                <a:close/>
                <a:moveTo>
                  <a:pt x="9485786" y="0"/>
                </a:moveTo>
                <a:lnTo>
                  <a:pt x="9590712" y="0"/>
                </a:lnTo>
                <a:cubicBezTo>
                  <a:pt x="9605200" y="0"/>
                  <a:pt x="9616944" y="11744"/>
                  <a:pt x="9616944" y="26232"/>
                </a:cubicBezTo>
                <a:lnTo>
                  <a:pt x="9616944" y="194114"/>
                </a:lnTo>
                <a:cubicBezTo>
                  <a:pt x="9616944" y="208602"/>
                  <a:pt x="9605200" y="220346"/>
                  <a:pt x="9590712" y="220346"/>
                </a:cubicBezTo>
                <a:lnTo>
                  <a:pt x="9485786" y="220346"/>
                </a:lnTo>
                <a:cubicBezTo>
                  <a:pt x="9471298" y="220346"/>
                  <a:pt x="9459554" y="208602"/>
                  <a:pt x="9459554" y="194114"/>
                </a:cubicBezTo>
                <a:lnTo>
                  <a:pt x="9459554" y="26232"/>
                </a:lnTo>
                <a:cubicBezTo>
                  <a:pt x="9459554" y="11744"/>
                  <a:pt x="9471298" y="0"/>
                  <a:pt x="9485786" y="0"/>
                </a:cubicBezTo>
                <a:close/>
                <a:moveTo>
                  <a:pt x="9107187" y="0"/>
                </a:moveTo>
                <a:lnTo>
                  <a:pt x="9212113" y="0"/>
                </a:lnTo>
                <a:cubicBezTo>
                  <a:pt x="9226601" y="0"/>
                  <a:pt x="9238345" y="11744"/>
                  <a:pt x="9238345" y="26232"/>
                </a:cubicBezTo>
                <a:lnTo>
                  <a:pt x="9238345" y="194114"/>
                </a:lnTo>
                <a:cubicBezTo>
                  <a:pt x="9238345" y="208602"/>
                  <a:pt x="9226601" y="220346"/>
                  <a:pt x="9212113" y="220346"/>
                </a:cubicBezTo>
                <a:lnTo>
                  <a:pt x="9107187" y="220346"/>
                </a:lnTo>
                <a:cubicBezTo>
                  <a:pt x="9092699" y="220346"/>
                  <a:pt x="9080955" y="208602"/>
                  <a:pt x="9080955" y="194114"/>
                </a:cubicBezTo>
                <a:lnTo>
                  <a:pt x="9080955" y="26232"/>
                </a:lnTo>
                <a:cubicBezTo>
                  <a:pt x="9080955" y="11744"/>
                  <a:pt x="9092699" y="0"/>
                  <a:pt x="9107187" y="0"/>
                </a:cubicBezTo>
                <a:close/>
                <a:moveTo>
                  <a:pt x="8728588" y="0"/>
                </a:moveTo>
                <a:lnTo>
                  <a:pt x="8833514" y="0"/>
                </a:lnTo>
                <a:cubicBezTo>
                  <a:pt x="8848002" y="0"/>
                  <a:pt x="8859746" y="11744"/>
                  <a:pt x="8859746" y="26232"/>
                </a:cubicBezTo>
                <a:lnTo>
                  <a:pt x="8859746" y="194114"/>
                </a:lnTo>
                <a:cubicBezTo>
                  <a:pt x="8859746" y="208602"/>
                  <a:pt x="8848002" y="220346"/>
                  <a:pt x="8833514" y="220346"/>
                </a:cubicBezTo>
                <a:lnTo>
                  <a:pt x="8728588" y="220346"/>
                </a:lnTo>
                <a:cubicBezTo>
                  <a:pt x="8714100" y="220346"/>
                  <a:pt x="8702356" y="208602"/>
                  <a:pt x="8702356" y="194114"/>
                </a:cubicBezTo>
                <a:lnTo>
                  <a:pt x="8702356" y="26232"/>
                </a:lnTo>
                <a:cubicBezTo>
                  <a:pt x="8702356" y="11744"/>
                  <a:pt x="8714100" y="0"/>
                  <a:pt x="8728588" y="0"/>
                </a:cubicBezTo>
                <a:close/>
                <a:moveTo>
                  <a:pt x="8349989" y="0"/>
                </a:moveTo>
                <a:lnTo>
                  <a:pt x="8454915" y="0"/>
                </a:lnTo>
                <a:cubicBezTo>
                  <a:pt x="8469403" y="0"/>
                  <a:pt x="8481147" y="11744"/>
                  <a:pt x="8481147" y="26232"/>
                </a:cubicBezTo>
                <a:lnTo>
                  <a:pt x="8481147" y="194114"/>
                </a:lnTo>
                <a:cubicBezTo>
                  <a:pt x="8481147" y="208602"/>
                  <a:pt x="8469403" y="220346"/>
                  <a:pt x="8454915" y="220346"/>
                </a:cubicBezTo>
                <a:lnTo>
                  <a:pt x="8349989" y="220346"/>
                </a:lnTo>
                <a:cubicBezTo>
                  <a:pt x="8335501" y="220346"/>
                  <a:pt x="8323757" y="208602"/>
                  <a:pt x="8323757" y="194114"/>
                </a:cubicBezTo>
                <a:lnTo>
                  <a:pt x="8323757" y="26232"/>
                </a:lnTo>
                <a:cubicBezTo>
                  <a:pt x="8323757" y="11744"/>
                  <a:pt x="8335501" y="0"/>
                  <a:pt x="8349989" y="0"/>
                </a:cubicBezTo>
                <a:close/>
                <a:moveTo>
                  <a:pt x="7971390" y="0"/>
                </a:moveTo>
                <a:lnTo>
                  <a:pt x="8076316" y="0"/>
                </a:lnTo>
                <a:cubicBezTo>
                  <a:pt x="8090804" y="0"/>
                  <a:pt x="8102548" y="11744"/>
                  <a:pt x="8102548" y="26232"/>
                </a:cubicBezTo>
                <a:lnTo>
                  <a:pt x="8102548" y="194114"/>
                </a:lnTo>
                <a:cubicBezTo>
                  <a:pt x="8102548" y="208602"/>
                  <a:pt x="8090804" y="220346"/>
                  <a:pt x="8076316" y="220346"/>
                </a:cubicBezTo>
                <a:lnTo>
                  <a:pt x="7971390" y="220346"/>
                </a:lnTo>
                <a:cubicBezTo>
                  <a:pt x="7956902" y="220346"/>
                  <a:pt x="7945158" y="208602"/>
                  <a:pt x="7945158" y="194114"/>
                </a:cubicBezTo>
                <a:lnTo>
                  <a:pt x="7945158" y="26232"/>
                </a:lnTo>
                <a:cubicBezTo>
                  <a:pt x="7945158" y="11744"/>
                  <a:pt x="7956902" y="0"/>
                  <a:pt x="7971390" y="0"/>
                </a:cubicBezTo>
                <a:close/>
                <a:moveTo>
                  <a:pt x="7592791" y="0"/>
                </a:moveTo>
                <a:lnTo>
                  <a:pt x="7697717" y="0"/>
                </a:lnTo>
                <a:cubicBezTo>
                  <a:pt x="7712205" y="0"/>
                  <a:pt x="7723949" y="11744"/>
                  <a:pt x="7723949" y="26232"/>
                </a:cubicBezTo>
                <a:lnTo>
                  <a:pt x="7723949" y="194114"/>
                </a:lnTo>
                <a:cubicBezTo>
                  <a:pt x="7723949" y="208602"/>
                  <a:pt x="7712205" y="220346"/>
                  <a:pt x="7697717" y="220346"/>
                </a:cubicBezTo>
                <a:lnTo>
                  <a:pt x="7592791" y="220346"/>
                </a:lnTo>
                <a:cubicBezTo>
                  <a:pt x="7578303" y="220346"/>
                  <a:pt x="7566559" y="208602"/>
                  <a:pt x="7566559" y="194114"/>
                </a:cubicBezTo>
                <a:lnTo>
                  <a:pt x="7566559" y="26232"/>
                </a:lnTo>
                <a:cubicBezTo>
                  <a:pt x="7566559" y="11744"/>
                  <a:pt x="7578303" y="0"/>
                  <a:pt x="7592791" y="0"/>
                </a:cubicBezTo>
                <a:close/>
                <a:moveTo>
                  <a:pt x="7214192" y="0"/>
                </a:moveTo>
                <a:lnTo>
                  <a:pt x="7319118" y="0"/>
                </a:lnTo>
                <a:cubicBezTo>
                  <a:pt x="7333606" y="0"/>
                  <a:pt x="7345350" y="11744"/>
                  <a:pt x="7345350" y="26232"/>
                </a:cubicBezTo>
                <a:lnTo>
                  <a:pt x="7345350" y="194114"/>
                </a:lnTo>
                <a:cubicBezTo>
                  <a:pt x="7345350" y="208602"/>
                  <a:pt x="7333606" y="220346"/>
                  <a:pt x="7319118" y="220346"/>
                </a:cubicBezTo>
                <a:lnTo>
                  <a:pt x="7214192" y="220346"/>
                </a:lnTo>
                <a:cubicBezTo>
                  <a:pt x="7199704" y="220346"/>
                  <a:pt x="7187960" y="208602"/>
                  <a:pt x="7187960" y="194114"/>
                </a:cubicBezTo>
                <a:lnTo>
                  <a:pt x="7187960" y="26232"/>
                </a:lnTo>
                <a:cubicBezTo>
                  <a:pt x="7187960" y="11744"/>
                  <a:pt x="7199704" y="0"/>
                  <a:pt x="7214192" y="0"/>
                </a:cubicBezTo>
                <a:close/>
                <a:moveTo>
                  <a:pt x="6835593" y="0"/>
                </a:moveTo>
                <a:lnTo>
                  <a:pt x="6940519" y="0"/>
                </a:lnTo>
                <a:cubicBezTo>
                  <a:pt x="6955007" y="0"/>
                  <a:pt x="6966751" y="11744"/>
                  <a:pt x="6966751" y="26232"/>
                </a:cubicBezTo>
                <a:lnTo>
                  <a:pt x="6966751" y="194114"/>
                </a:lnTo>
                <a:cubicBezTo>
                  <a:pt x="6966751" y="208602"/>
                  <a:pt x="6955007" y="220346"/>
                  <a:pt x="6940519" y="220346"/>
                </a:cubicBezTo>
                <a:lnTo>
                  <a:pt x="6835593" y="220346"/>
                </a:lnTo>
                <a:cubicBezTo>
                  <a:pt x="6821105" y="220346"/>
                  <a:pt x="6809361" y="208602"/>
                  <a:pt x="6809361" y="194114"/>
                </a:cubicBezTo>
                <a:lnTo>
                  <a:pt x="6809361" y="26232"/>
                </a:lnTo>
                <a:cubicBezTo>
                  <a:pt x="6809361" y="11744"/>
                  <a:pt x="6821105" y="0"/>
                  <a:pt x="6835593" y="0"/>
                </a:cubicBezTo>
                <a:close/>
                <a:moveTo>
                  <a:pt x="6462415" y="0"/>
                </a:moveTo>
                <a:lnTo>
                  <a:pt x="6567340" y="0"/>
                </a:lnTo>
                <a:cubicBezTo>
                  <a:pt x="6581828" y="0"/>
                  <a:pt x="6593572" y="11744"/>
                  <a:pt x="6593572" y="26232"/>
                </a:cubicBezTo>
                <a:lnTo>
                  <a:pt x="6593572" y="194114"/>
                </a:lnTo>
                <a:cubicBezTo>
                  <a:pt x="6593572" y="208602"/>
                  <a:pt x="6581828" y="220346"/>
                  <a:pt x="6567340" y="220346"/>
                </a:cubicBezTo>
                <a:lnTo>
                  <a:pt x="6462415" y="220346"/>
                </a:lnTo>
                <a:cubicBezTo>
                  <a:pt x="6447926" y="220346"/>
                  <a:pt x="6436182" y="208602"/>
                  <a:pt x="6436182" y="194114"/>
                </a:cubicBezTo>
                <a:lnTo>
                  <a:pt x="6436182" y="26232"/>
                </a:lnTo>
                <a:cubicBezTo>
                  <a:pt x="6436182" y="11744"/>
                  <a:pt x="6447926" y="0"/>
                  <a:pt x="6462415" y="0"/>
                </a:cubicBezTo>
                <a:close/>
                <a:moveTo>
                  <a:pt x="6083815" y="0"/>
                </a:moveTo>
                <a:lnTo>
                  <a:pt x="6188741" y="0"/>
                </a:lnTo>
                <a:cubicBezTo>
                  <a:pt x="6203229" y="0"/>
                  <a:pt x="6214973" y="11744"/>
                  <a:pt x="6214973" y="26232"/>
                </a:cubicBezTo>
                <a:lnTo>
                  <a:pt x="6214973" y="194114"/>
                </a:lnTo>
                <a:cubicBezTo>
                  <a:pt x="6214973" y="208602"/>
                  <a:pt x="6203229" y="220346"/>
                  <a:pt x="6188741" y="220346"/>
                </a:cubicBezTo>
                <a:lnTo>
                  <a:pt x="6083815" y="220346"/>
                </a:lnTo>
                <a:cubicBezTo>
                  <a:pt x="6069327" y="220346"/>
                  <a:pt x="6057583" y="208602"/>
                  <a:pt x="6057583" y="194114"/>
                </a:cubicBezTo>
                <a:lnTo>
                  <a:pt x="6057583" y="26232"/>
                </a:lnTo>
                <a:cubicBezTo>
                  <a:pt x="6057583" y="11744"/>
                  <a:pt x="6069327" y="0"/>
                  <a:pt x="6083815" y="0"/>
                </a:cubicBezTo>
                <a:close/>
                <a:moveTo>
                  <a:pt x="5705216" y="0"/>
                </a:moveTo>
                <a:lnTo>
                  <a:pt x="5810142" y="0"/>
                </a:lnTo>
                <a:cubicBezTo>
                  <a:pt x="5824630" y="0"/>
                  <a:pt x="5836374" y="11744"/>
                  <a:pt x="5836374" y="26232"/>
                </a:cubicBezTo>
                <a:lnTo>
                  <a:pt x="5836374" y="194114"/>
                </a:lnTo>
                <a:cubicBezTo>
                  <a:pt x="5836374" y="208602"/>
                  <a:pt x="5824630" y="220346"/>
                  <a:pt x="5810142" y="220346"/>
                </a:cubicBezTo>
                <a:lnTo>
                  <a:pt x="5705216" y="220346"/>
                </a:lnTo>
                <a:cubicBezTo>
                  <a:pt x="5690728" y="220346"/>
                  <a:pt x="5678984" y="208602"/>
                  <a:pt x="5678984" y="194114"/>
                </a:cubicBezTo>
                <a:lnTo>
                  <a:pt x="5678984" y="26232"/>
                </a:lnTo>
                <a:cubicBezTo>
                  <a:pt x="5678984" y="11744"/>
                  <a:pt x="5690728" y="0"/>
                  <a:pt x="5705216" y="0"/>
                </a:cubicBezTo>
                <a:close/>
                <a:moveTo>
                  <a:pt x="5326617" y="0"/>
                </a:moveTo>
                <a:lnTo>
                  <a:pt x="5431543" y="0"/>
                </a:lnTo>
                <a:cubicBezTo>
                  <a:pt x="5446031" y="0"/>
                  <a:pt x="5457775" y="11744"/>
                  <a:pt x="5457775" y="26232"/>
                </a:cubicBezTo>
                <a:lnTo>
                  <a:pt x="5457775" y="194114"/>
                </a:lnTo>
                <a:cubicBezTo>
                  <a:pt x="5457775" y="208602"/>
                  <a:pt x="5446031" y="220346"/>
                  <a:pt x="5431543" y="220346"/>
                </a:cubicBezTo>
                <a:lnTo>
                  <a:pt x="5326617" y="220346"/>
                </a:lnTo>
                <a:cubicBezTo>
                  <a:pt x="5312129" y="220346"/>
                  <a:pt x="5300385" y="208602"/>
                  <a:pt x="5300385" y="194114"/>
                </a:cubicBezTo>
                <a:lnTo>
                  <a:pt x="5300385" y="26232"/>
                </a:lnTo>
                <a:cubicBezTo>
                  <a:pt x="5300385" y="11744"/>
                  <a:pt x="5312129" y="0"/>
                  <a:pt x="5326617" y="0"/>
                </a:cubicBezTo>
                <a:close/>
                <a:moveTo>
                  <a:pt x="4948018" y="0"/>
                </a:moveTo>
                <a:lnTo>
                  <a:pt x="5052944" y="0"/>
                </a:lnTo>
                <a:cubicBezTo>
                  <a:pt x="5067432" y="0"/>
                  <a:pt x="5079176" y="11744"/>
                  <a:pt x="5079176" y="26232"/>
                </a:cubicBezTo>
                <a:lnTo>
                  <a:pt x="5079176" y="194114"/>
                </a:lnTo>
                <a:cubicBezTo>
                  <a:pt x="5079176" y="208602"/>
                  <a:pt x="5067432" y="220346"/>
                  <a:pt x="5052944" y="220346"/>
                </a:cubicBezTo>
                <a:lnTo>
                  <a:pt x="4948018" y="220346"/>
                </a:lnTo>
                <a:cubicBezTo>
                  <a:pt x="4933530" y="220346"/>
                  <a:pt x="4921786" y="208602"/>
                  <a:pt x="4921786" y="194114"/>
                </a:cubicBezTo>
                <a:lnTo>
                  <a:pt x="4921786" y="26232"/>
                </a:lnTo>
                <a:cubicBezTo>
                  <a:pt x="4921786" y="11744"/>
                  <a:pt x="4933530" y="0"/>
                  <a:pt x="4948018" y="0"/>
                </a:cubicBezTo>
                <a:close/>
                <a:moveTo>
                  <a:pt x="4569419" y="0"/>
                </a:moveTo>
                <a:lnTo>
                  <a:pt x="4674345" y="0"/>
                </a:lnTo>
                <a:cubicBezTo>
                  <a:pt x="4688833" y="0"/>
                  <a:pt x="4700577" y="11744"/>
                  <a:pt x="4700577" y="26232"/>
                </a:cubicBezTo>
                <a:lnTo>
                  <a:pt x="4700577" y="194114"/>
                </a:lnTo>
                <a:cubicBezTo>
                  <a:pt x="4700577" y="208602"/>
                  <a:pt x="4688833" y="220346"/>
                  <a:pt x="4674345" y="220346"/>
                </a:cubicBezTo>
                <a:lnTo>
                  <a:pt x="4569419" y="220346"/>
                </a:lnTo>
                <a:cubicBezTo>
                  <a:pt x="4554931" y="220346"/>
                  <a:pt x="4543187" y="208602"/>
                  <a:pt x="4543187" y="194114"/>
                </a:cubicBezTo>
                <a:lnTo>
                  <a:pt x="4543187" y="26232"/>
                </a:lnTo>
                <a:cubicBezTo>
                  <a:pt x="4543187" y="11744"/>
                  <a:pt x="4554931" y="0"/>
                  <a:pt x="4569419" y="0"/>
                </a:cubicBezTo>
                <a:close/>
                <a:moveTo>
                  <a:pt x="4190820" y="0"/>
                </a:moveTo>
                <a:lnTo>
                  <a:pt x="4295746" y="0"/>
                </a:lnTo>
                <a:cubicBezTo>
                  <a:pt x="4310234" y="0"/>
                  <a:pt x="4321978" y="11744"/>
                  <a:pt x="4321978" y="26232"/>
                </a:cubicBezTo>
                <a:lnTo>
                  <a:pt x="4321978" y="194114"/>
                </a:lnTo>
                <a:cubicBezTo>
                  <a:pt x="4321978" y="208602"/>
                  <a:pt x="4310234" y="220346"/>
                  <a:pt x="4295746" y="220346"/>
                </a:cubicBezTo>
                <a:lnTo>
                  <a:pt x="4190820" y="220346"/>
                </a:lnTo>
                <a:cubicBezTo>
                  <a:pt x="4176332" y="220346"/>
                  <a:pt x="4164588" y="208602"/>
                  <a:pt x="4164588" y="194114"/>
                </a:cubicBezTo>
                <a:lnTo>
                  <a:pt x="4164588" y="26232"/>
                </a:lnTo>
                <a:cubicBezTo>
                  <a:pt x="4164588" y="11744"/>
                  <a:pt x="4176332" y="0"/>
                  <a:pt x="4190820" y="0"/>
                </a:cubicBezTo>
                <a:close/>
                <a:moveTo>
                  <a:pt x="3812221" y="0"/>
                </a:moveTo>
                <a:lnTo>
                  <a:pt x="3917147" y="0"/>
                </a:lnTo>
                <a:cubicBezTo>
                  <a:pt x="3931635" y="0"/>
                  <a:pt x="3943379" y="11744"/>
                  <a:pt x="3943379" y="26232"/>
                </a:cubicBezTo>
                <a:lnTo>
                  <a:pt x="3943379" y="194114"/>
                </a:lnTo>
                <a:cubicBezTo>
                  <a:pt x="3943379" y="208602"/>
                  <a:pt x="3931635" y="220346"/>
                  <a:pt x="3917147" y="220346"/>
                </a:cubicBezTo>
                <a:lnTo>
                  <a:pt x="3812221" y="220346"/>
                </a:lnTo>
                <a:cubicBezTo>
                  <a:pt x="3797733" y="220346"/>
                  <a:pt x="3785989" y="208602"/>
                  <a:pt x="3785989" y="194114"/>
                </a:cubicBezTo>
                <a:lnTo>
                  <a:pt x="3785989" y="26232"/>
                </a:lnTo>
                <a:cubicBezTo>
                  <a:pt x="3785989" y="11744"/>
                  <a:pt x="3797733" y="0"/>
                  <a:pt x="3812221" y="0"/>
                </a:cubicBezTo>
                <a:close/>
                <a:moveTo>
                  <a:pt x="3433622" y="0"/>
                </a:moveTo>
                <a:lnTo>
                  <a:pt x="3538548" y="0"/>
                </a:lnTo>
                <a:cubicBezTo>
                  <a:pt x="3553036" y="0"/>
                  <a:pt x="3564780" y="11744"/>
                  <a:pt x="3564780" y="26232"/>
                </a:cubicBezTo>
                <a:lnTo>
                  <a:pt x="3564780" y="194114"/>
                </a:lnTo>
                <a:cubicBezTo>
                  <a:pt x="3564780" y="208602"/>
                  <a:pt x="3553036" y="220346"/>
                  <a:pt x="3538548" y="220346"/>
                </a:cubicBezTo>
                <a:lnTo>
                  <a:pt x="3433622" y="220346"/>
                </a:lnTo>
                <a:cubicBezTo>
                  <a:pt x="3419134" y="220346"/>
                  <a:pt x="3407390" y="208602"/>
                  <a:pt x="3407390" y="194114"/>
                </a:cubicBezTo>
                <a:lnTo>
                  <a:pt x="3407390" y="26232"/>
                </a:lnTo>
                <a:cubicBezTo>
                  <a:pt x="3407390" y="11744"/>
                  <a:pt x="3419134" y="0"/>
                  <a:pt x="3433622" y="0"/>
                </a:cubicBezTo>
                <a:close/>
                <a:moveTo>
                  <a:pt x="3055023" y="0"/>
                </a:moveTo>
                <a:lnTo>
                  <a:pt x="3159949" y="0"/>
                </a:lnTo>
                <a:cubicBezTo>
                  <a:pt x="3174437" y="0"/>
                  <a:pt x="3186181" y="11744"/>
                  <a:pt x="3186181" y="26232"/>
                </a:cubicBezTo>
                <a:lnTo>
                  <a:pt x="3186181" y="194114"/>
                </a:lnTo>
                <a:cubicBezTo>
                  <a:pt x="3186181" y="208602"/>
                  <a:pt x="3174437" y="220346"/>
                  <a:pt x="3159949" y="220346"/>
                </a:cubicBezTo>
                <a:lnTo>
                  <a:pt x="3055023" y="220346"/>
                </a:lnTo>
                <a:cubicBezTo>
                  <a:pt x="3040535" y="220346"/>
                  <a:pt x="3028791" y="208602"/>
                  <a:pt x="3028791" y="194114"/>
                </a:cubicBezTo>
                <a:lnTo>
                  <a:pt x="3028791" y="26232"/>
                </a:lnTo>
                <a:cubicBezTo>
                  <a:pt x="3028791" y="11744"/>
                  <a:pt x="3040535" y="0"/>
                  <a:pt x="3055023" y="0"/>
                </a:cubicBezTo>
                <a:close/>
                <a:moveTo>
                  <a:pt x="2676425" y="0"/>
                </a:moveTo>
                <a:lnTo>
                  <a:pt x="2781350" y="0"/>
                </a:lnTo>
                <a:cubicBezTo>
                  <a:pt x="2795838" y="0"/>
                  <a:pt x="2807582" y="11744"/>
                  <a:pt x="2807582" y="26232"/>
                </a:cubicBezTo>
                <a:lnTo>
                  <a:pt x="2807582" y="194114"/>
                </a:lnTo>
                <a:cubicBezTo>
                  <a:pt x="2807582" y="208602"/>
                  <a:pt x="2795838" y="220346"/>
                  <a:pt x="2781350" y="220346"/>
                </a:cubicBezTo>
                <a:lnTo>
                  <a:pt x="2676425" y="220346"/>
                </a:lnTo>
                <a:cubicBezTo>
                  <a:pt x="2661937" y="220346"/>
                  <a:pt x="2650193" y="208602"/>
                  <a:pt x="2650193" y="194114"/>
                </a:cubicBezTo>
                <a:lnTo>
                  <a:pt x="2650193" y="26232"/>
                </a:lnTo>
                <a:cubicBezTo>
                  <a:pt x="2650193" y="11744"/>
                  <a:pt x="2661937" y="0"/>
                  <a:pt x="2676425" y="0"/>
                </a:cubicBezTo>
                <a:close/>
                <a:moveTo>
                  <a:pt x="2297825" y="0"/>
                </a:moveTo>
                <a:lnTo>
                  <a:pt x="2402751" y="0"/>
                </a:lnTo>
                <a:cubicBezTo>
                  <a:pt x="2417239" y="0"/>
                  <a:pt x="2428984" y="11744"/>
                  <a:pt x="2428984" y="26232"/>
                </a:cubicBezTo>
                <a:lnTo>
                  <a:pt x="2428984" y="194114"/>
                </a:lnTo>
                <a:cubicBezTo>
                  <a:pt x="2428984" y="208602"/>
                  <a:pt x="2417239" y="220346"/>
                  <a:pt x="2402751" y="220346"/>
                </a:cubicBezTo>
                <a:lnTo>
                  <a:pt x="2297825" y="220346"/>
                </a:lnTo>
                <a:cubicBezTo>
                  <a:pt x="2283337" y="220346"/>
                  <a:pt x="2271594" y="208602"/>
                  <a:pt x="2271594" y="194114"/>
                </a:cubicBezTo>
                <a:lnTo>
                  <a:pt x="2271594" y="26232"/>
                </a:lnTo>
                <a:cubicBezTo>
                  <a:pt x="2271594" y="11744"/>
                  <a:pt x="2283337" y="0"/>
                  <a:pt x="2297825" y="0"/>
                </a:cubicBezTo>
                <a:close/>
                <a:moveTo>
                  <a:pt x="1919227" y="0"/>
                </a:moveTo>
                <a:lnTo>
                  <a:pt x="2024152" y="0"/>
                </a:lnTo>
                <a:cubicBezTo>
                  <a:pt x="2038640" y="0"/>
                  <a:pt x="2050384" y="11744"/>
                  <a:pt x="2050384" y="26232"/>
                </a:cubicBezTo>
                <a:lnTo>
                  <a:pt x="2050384" y="194114"/>
                </a:lnTo>
                <a:cubicBezTo>
                  <a:pt x="2050384" y="208602"/>
                  <a:pt x="2038640" y="220346"/>
                  <a:pt x="2024152" y="220346"/>
                </a:cubicBezTo>
                <a:lnTo>
                  <a:pt x="1919227" y="220346"/>
                </a:lnTo>
                <a:cubicBezTo>
                  <a:pt x="1904739" y="220346"/>
                  <a:pt x="1892995" y="208602"/>
                  <a:pt x="1892995" y="194114"/>
                </a:cubicBezTo>
                <a:lnTo>
                  <a:pt x="1892995" y="26232"/>
                </a:lnTo>
                <a:cubicBezTo>
                  <a:pt x="1892995" y="11744"/>
                  <a:pt x="1904739" y="0"/>
                  <a:pt x="1919227" y="0"/>
                </a:cubicBezTo>
                <a:close/>
                <a:moveTo>
                  <a:pt x="1540628" y="0"/>
                </a:moveTo>
                <a:lnTo>
                  <a:pt x="1645554" y="0"/>
                </a:lnTo>
                <a:cubicBezTo>
                  <a:pt x="1660042" y="0"/>
                  <a:pt x="1671786" y="11744"/>
                  <a:pt x="1671786" y="26232"/>
                </a:cubicBezTo>
                <a:lnTo>
                  <a:pt x="1671786" y="194114"/>
                </a:lnTo>
                <a:cubicBezTo>
                  <a:pt x="1671786" y="208602"/>
                  <a:pt x="1660042" y="220346"/>
                  <a:pt x="1645554" y="220346"/>
                </a:cubicBezTo>
                <a:lnTo>
                  <a:pt x="1540628" y="220346"/>
                </a:lnTo>
                <a:cubicBezTo>
                  <a:pt x="1526140" y="220346"/>
                  <a:pt x="1514396" y="208602"/>
                  <a:pt x="1514396" y="194114"/>
                </a:cubicBezTo>
                <a:lnTo>
                  <a:pt x="1514396" y="26232"/>
                </a:lnTo>
                <a:cubicBezTo>
                  <a:pt x="1514396" y="11744"/>
                  <a:pt x="1526140" y="0"/>
                  <a:pt x="1540628" y="0"/>
                </a:cubicBezTo>
                <a:close/>
                <a:moveTo>
                  <a:pt x="1162029" y="0"/>
                </a:moveTo>
                <a:lnTo>
                  <a:pt x="1266955" y="0"/>
                </a:lnTo>
                <a:cubicBezTo>
                  <a:pt x="1281443" y="0"/>
                  <a:pt x="1293187" y="11744"/>
                  <a:pt x="1293187" y="26232"/>
                </a:cubicBezTo>
                <a:lnTo>
                  <a:pt x="1293187" y="194114"/>
                </a:lnTo>
                <a:cubicBezTo>
                  <a:pt x="1293187" y="208602"/>
                  <a:pt x="1281443" y="220346"/>
                  <a:pt x="1266955" y="220346"/>
                </a:cubicBezTo>
                <a:lnTo>
                  <a:pt x="1162029" y="220346"/>
                </a:lnTo>
                <a:cubicBezTo>
                  <a:pt x="1147541" y="220346"/>
                  <a:pt x="1135797" y="208602"/>
                  <a:pt x="1135797" y="194114"/>
                </a:cubicBezTo>
                <a:lnTo>
                  <a:pt x="1135797" y="26232"/>
                </a:lnTo>
                <a:cubicBezTo>
                  <a:pt x="1135797" y="11744"/>
                  <a:pt x="1147541" y="0"/>
                  <a:pt x="1162029" y="0"/>
                </a:cubicBezTo>
                <a:close/>
                <a:moveTo>
                  <a:pt x="783430" y="0"/>
                </a:moveTo>
                <a:lnTo>
                  <a:pt x="888356" y="0"/>
                </a:lnTo>
                <a:cubicBezTo>
                  <a:pt x="902844" y="0"/>
                  <a:pt x="914589" y="11744"/>
                  <a:pt x="914589" y="26232"/>
                </a:cubicBezTo>
                <a:lnTo>
                  <a:pt x="914589" y="194114"/>
                </a:lnTo>
                <a:cubicBezTo>
                  <a:pt x="914589" y="208602"/>
                  <a:pt x="902844" y="220346"/>
                  <a:pt x="888356" y="220346"/>
                </a:cubicBezTo>
                <a:lnTo>
                  <a:pt x="783430" y="220346"/>
                </a:lnTo>
                <a:cubicBezTo>
                  <a:pt x="768942" y="220346"/>
                  <a:pt x="757198" y="208602"/>
                  <a:pt x="757198" y="194114"/>
                </a:cubicBezTo>
                <a:lnTo>
                  <a:pt x="757198" y="26232"/>
                </a:lnTo>
                <a:cubicBezTo>
                  <a:pt x="757198" y="11744"/>
                  <a:pt x="768942" y="0"/>
                  <a:pt x="783430" y="0"/>
                </a:cubicBezTo>
                <a:close/>
                <a:moveTo>
                  <a:pt x="404831" y="0"/>
                </a:moveTo>
                <a:lnTo>
                  <a:pt x="509757" y="0"/>
                </a:lnTo>
                <a:cubicBezTo>
                  <a:pt x="524245" y="0"/>
                  <a:pt x="535989" y="11744"/>
                  <a:pt x="535989" y="26232"/>
                </a:cubicBezTo>
                <a:lnTo>
                  <a:pt x="535989" y="194114"/>
                </a:lnTo>
                <a:cubicBezTo>
                  <a:pt x="535989" y="208602"/>
                  <a:pt x="524245" y="220346"/>
                  <a:pt x="509757" y="220346"/>
                </a:cubicBezTo>
                <a:lnTo>
                  <a:pt x="404831" y="220346"/>
                </a:lnTo>
                <a:cubicBezTo>
                  <a:pt x="390343" y="220346"/>
                  <a:pt x="378599" y="208602"/>
                  <a:pt x="378599" y="194114"/>
                </a:cubicBezTo>
                <a:lnTo>
                  <a:pt x="378599" y="26232"/>
                </a:lnTo>
                <a:cubicBezTo>
                  <a:pt x="378599" y="11744"/>
                  <a:pt x="390343" y="0"/>
                  <a:pt x="404831" y="0"/>
                </a:cubicBezTo>
                <a:close/>
                <a:moveTo>
                  <a:pt x="26232" y="0"/>
                </a:moveTo>
                <a:lnTo>
                  <a:pt x="131158" y="0"/>
                </a:lnTo>
                <a:cubicBezTo>
                  <a:pt x="145646" y="0"/>
                  <a:pt x="157390" y="11744"/>
                  <a:pt x="157390" y="26232"/>
                </a:cubicBezTo>
                <a:lnTo>
                  <a:pt x="157390" y="194114"/>
                </a:lnTo>
                <a:cubicBezTo>
                  <a:pt x="157390" y="208602"/>
                  <a:pt x="145646" y="220346"/>
                  <a:pt x="131158" y="220346"/>
                </a:cubicBezTo>
                <a:lnTo>
                  <a:pt x="26232" y="220346"/>
                </a:lnTo>
                <a:cubicBezTo>
                  <a:pt x="11744" y="220346"/>
                  <a:pt x="0" y="208602"/>
                  <a:pt x="0" y="194114"/>
                </a:cubicBezTo>
                <a:lnTo>
                  <a:pt x="0" y="26232"/>
                </a:lnTo>
                <a:cubicBezTo>
                  <a:pt x="0" y="11744"/>
                  <a:pt x="11744" y="0"/>
                  <a:pt x="26232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62" name="标题 1"/>
          <p:cNvSpPr/>
          <p:nvPr/>
        </p:nvSpPr>
        <p:spPr>
          <a:xfrm>
            <a:off x="0" y="5071680"/>
            <a:ext cx="6882840" cy="40608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63" name="标题 1"/>
          <p:cNvSpPr/>
          <p:nvPr/>
        </p:nvSpPr>
        <p:spPr>
          <a:xfrm>
            <a:off x="6809400" y="5071680"/>
            <a:ext cx="6882840" cy="40608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64" name="标题 1"/>
          <p:cNvSpPr/>
          <p:nvPr/>
        </p:nvSpPr>
        <p:spPr>
          <a:xfrm>
            <a:off x="144720" y="5164560"/>
            <a:ext cx="13402440" cy="219960"/>
          </a:xfrm>
          <a:custGeom>
            <a:avLst/>
            <a:gdLst>
              <a:gd name="textAreaLeft" fmla="*/ 0 w 13402440"/>
              <a:gd name="textAreaRight" fmla="*/ 13402800 w 1340244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3402933" h="220346">
                <a:moveTo>
                  <a:pt x="13271775" y="0"/>
                </a:moveTo>
                <a:lnTo>
                  <a:pt x="13376701" y="0"/>
                </a:lnTo>
                <a:cubicBezTo>
                  <a:pt x="13391189" y="0"/>
                  <a:pt x="13402933" y="11744"/>
                  <a:pt x="13402933" y="26232"/>
                </a:cubicBezTo>
                <a:lnTo>
                  <a:pt x="13402933" y="194114"/>
                </a:lnTo>
                <a:cubicBezTo>
                  <a:pt x="13402933" y="208602"/>
                  <a:pt x="13391189" y="220346"/>
                  <a:pt x="13376701" y="220346"/>
                </a:cubicBezTo>
                <a:lnTo>
                  <a:pt x="13271775" y="220346"/>
                </a:lnTo>
                <a:cubicBezTo>
                  <a:pt x="13257287" y="220346"/>
                  <a:pt x="13245543" y="208602"/>
                  <a:pt x="13245543" y="194114"/>
                </a:cubicBezTo>
                <a:lnTo>
                  <a:pt x="13245543" y="26232"/>
                </a:lnTo>
                <a:cubicBezTo>
                  <a:pt x="13245543" y="11744"/>
                  <a:pt x="13257287" y="0"/>
                  <a:pt x="13271775" y="0"/>
                </a:cubicBezTo>
                <a:close/>
                <a:moveTo>
                  <a:pt x="12893176" y="0"/>
                </a:moveTo>
                <a:lnTo>
                  <a:pt x="12998102" y="0"/>
                </a:lnTo>
                <a:cubicBezTo>
                  <a:pt x="13012590" y="0"/>
                  <a:pt x="13024334" y="11744"/>
                  <a:pt x="13024334" y="26232"/>
                </a:cubicBezTo>
                <a:lnTo>
                  <a:pt x="13024334" y="194114"/>
                </a:lnTo>
                <a:cubicBezTo>
                  <a:pt x="13024334" y="208602"/>
                  <a:pt x="13012590" y="220346"/>
                  <a:pt x="12998102" y="220346"/>
                </a:cubicBezTo>
                <a:lnTo>
                  <a:pt x="12893176" y="220346"/>
                </a:lnTo>
                <a:cubicBezTo>
                  <a:pt x="12878688" y="220346"/>
                  <a:pt x="12866944" y="208602"/>
                  <a:pt x="12866944" y="194114"/>
                </a:cubicBezTo>
                <a:lnTo>
                  <a:pt x="12866944" y="26232"/>
                </a:lnTo>
                <a:cubicBezTo>
                  <a:pt x="12866944" y="11744"/>
                  <a:pt x="12878688" y="0"/>
                  <a:pt x="12893176" y="0"/>
                </a:cubicBezTo>
                <a:close/>
                <a:moveTo>
                  <a:pt x="12514577" y="0"/>
                </a:moveTo>
                <a:lnTo>
                  <a:pt x="12619503" y="0"/>
                </a:lnTo>
                <a:cubicBezTo>
                  <a:pt x="12633991" y="0"/>
                  <a:pt x="12645735" y="11744"/>
                  <a:pt x="12645735" y="26232"/>
                </a:cubicBezTo>
                <a:lnTo>
                  <a:pt x="12645735" y="194114"/>
                </a:lnTo>
                <a:cubicBezTo>
                  <a:pt x="12645735" y="208602"/>
                  <a:pt x="12633991" y="220346"/>
                  <a:pt x="12619503" y="220346"/>
                </a:cubicBezTo>
                <a:lnTo>
                  <a:pt x="12514577" y="220346"/>
                </a:lnTo>
                <a:cubicBezTo>
                  <a:pt x="12500089" y="220346"/>
                  <a:pt x="12488345" y="208602"/>
                  <a:pt x="12488345" y="194114"/>
                </a:cubicBezTo>
                <a:lnTo>
                  <a:pt x="12488345" y="26232"/>
                </a:lnTo>
                <a:cubicBezTo>
                  <a:pt x="12488345" y="11744"/>
                  <a:pt x="12500089" y="0"/>
                  <a:pt x="12514577" y="0"/>
                </a:cubicBezTo>
                <a:close/>
                <a:moveTo>
                  <a:pt x="12135978" y="0"/>
                </a:moveTo>
                <a:lnTo>
                  <a:pt x="12240904" y="0"/>
                </a:lnTo>
                <a:cubicBezTo>
                  <a:pt x="12255392" y="0"/>
                  <a:pt x="12267136" y="11744"/>
                  <a:pt x="12267136" y="26232"/>
                </a:cubicBezTo>
                <a:lnTo>
                  <a:pt x="12267136" y="194114"/>
                </a:lnTo>
                <a:cubicBezTo>
                  <a:pt x="12267136" y="208602"/>
                  <a:pt x="12255392" y="220346"/>
                  <a:pt x="12240904" y="220346"/>
                </a:cubicBezTo>
                <a:lnTo>
                  <a:pt x="12135978" y="220346"/>
                </a:lnTo>
                <a:cubicBezTo>
                  <a:pt x="12121490" y="220346"/>
                  <a:pt x="12109746" y="208602"/>
                  <a:pt x="12109746" y="194114"/>
                </a:cubicBezTo>
                <a:lnTo>
                  <a:pt x="12109746" y="26232"/>
                </a:lnTo>
                <a:cubicBezTo>
                  <a:pt x="12109746" y="11744"/>
                  <a:pt x="12121490" y="0"/>
                  <a:pt x="12135978" y="0"/>
                </a:cubicBezTo>
                <a:close/>
                <a:moveTo>
                  <a:pt x="11757379" y="0"/>
                </a:moveTo>
                <a:lnTo>
                  <a:pt x="11862305" y="0"/>
                </a:lnTo>
                <a:cubicBezTo>
                  <a:pt x="11876793" y="0"/>
                  <a:pt x="11888537" y="11744"/>
                  <a:pt x="11888537" y="26232"/>
                </a:cubicBezTo>
                <a:lnTo>
                  <a:pt x="11888537" y="194114"/>
                </a:lnTo>
                <a:cubicBezTo>
                  <a:pt x="11888537" y="208602"/>
                  <a:pt x="11876793" y="220346"/>
                  <a:pt x="11862305" y="220346"/>
                </a:cubicBezTo>
                <a:lnTo>
                  <a:pt x="11757379" y="220346"/>
                </a:lnTo>
                <a:cubicBezTo>
                  <a:pt x="11742891" y="220346"/>
                  <a:pt x="11731147" y="208602"/>
                  <a:pt x="11731147" y="194114"/>
                </a:cubicBezTo>
                <a:lnTo>
                  <a:pt x="11731147" y="26232"/>
                </a:lnTo>
                <a:cubicBezTo>
                  <a:pt x="11731147" y="11744"/>
                  <a:pt x="11742891" y="0"/>
                  <a:pt x="11757379" y="0"/>
                </a:cubicBezTo>
                <a:close/>
                <a:moveTo>
                  <a:pt x="11378780" y="0"/>
                </a:moveTo>
                <a:lnTo>
                  <a:pt x="11483706" y="0"/>
                </a:lnTo>
                <a:cubicBezTo>
                  <a:pt x="11498194" y="0"/>
                  <a:pt x="11509938" y="11744"/>
                  <a:pt x="11509938" y="26232"/>
                </a:cubicBezTo>
                <a:lnTo>
                  <a:pt x="11509938" y="194114"/>
                </a:lnTo>
                <a:cubicBezTo>
                  <a:pt x="11509938" y="208602"/>
                  <a:pt x="11498194" y="220346"/>
                  <a:pt x="11483706" y="220346"/>
                </a:cubicBezTo>
                <a:lnTo>
                  <a:pt x="11378780" y="220346"/>
                </a:lnTo>
                <a:cubicBezTo>
                  <a:pt x="11364292" y="220346"/>
                  <a:pt x="11352548" y="208602"/>
                  <a:pt x="11352548" y="194114"/>
                </a:cubicBezTo>
                <a:lnTo>
                  <a:pt x="11352548" y="26232"/>
                </a:lnTo>
                <a:cubicBezTo>
                  <a:pt x="11352548" y="11744"/>
                  <a:pt x="11364292" y="0"/>
                  <a:pt x="11378780" y="0"/>
                </a:cubicBezTo>
                <a:close/>
                <a:moveTo>
                  <a:pt x="11000181" y="0"/>
                </a:moveTo>
                <a:lnTo>
                  <a:pt x="11105107" y="0"/>
                </a:lnTo>
                <a:cubicBezTo>
                  <a:pt x="11119595" y="0"/>
                  <a:pt x="11131339" y="11744"/>
                  <a:pt x="11131339" y="26232"/>
                </a:cubicBezTo>
                <a:lnTo>
                  <a:pt x="11131339" y="194114"/>
                </a:lnTo>
                <a:cubicBezTo>
                  <a:pt x="11131339" y="208602"/>
                  <a:pt x="11119595" y="220346"/>
                  <a:pt x="11105107" y="220346"/>
                </a:cubicBezTo>
                <a:lnTo>
                  <a:pt x="11000181" y="220346"/>
                </a:lnTo>
                <a:cubicBezTo>
                  <a:pt x="10985693" y="220346"/>
                  <a:pt x="10973949" y="208602"/>
                  <a:pt x="10973949" y="194114"/>
                </a:cubicBezTo>
                <a:lnTo>
                  <a:pt x="10973949" y="26232"/>
                </a:lnTo>
                <a:cubicBezTo>
                  <a:pt x="10973949" y="11744"/>
                  <a:pt x="10985693" y="0"/>
                  <a:pt x="11000181" y="0"/>
                </a:cubicBezTo>
                <a:close/>
                <a:moveTo>
                  <a:pt x="10621582" y="0"/>
                </a:moveTo>
                <a:lnTo>
                  <a:pt x="10726508" y="0"/>
                </a:lnTo>
                <a:cubicBezTo>
                  <a:pt x="10740996" y="0"/>
                  <a:pt x="10752740" y="11744"/>
                  <a:pt x="10752740" y="26232"/>
                </a:cubicBezTo>
                <a:lnTo>
                  <a:pt x="10752740" y="194114"/>
                </a:lnTo>
                <a:cubicBezTo>
                  <a:pt x="10752740" y="208602"/>
                  <a:pt x="10740996" y="220346"/>
                  <a:pt x="10726508" y="220346"/>
                </a:cubicBezTo>
                <a:lnTo>
                  <a:pt x="10621582" y="220346"/>
                </a:lnTo>
                <a:cubicBezTo>
                  <a:pt x="10607094" y="220346"/>
                  <a:pt x="10595350" y="208602"/>
                  <a:pt x="10595350" y="194114"/>
                </a:cubicBezTo>
                <a:lnTo>
                  <a:pt x="10595350" y="26232"/>
                </a:lnTo>
                <a:cubicBezTo>
                  <a:pt x="10595350" y="11744"/>
                  <a:pt x="10607094" y="0"/>
                  <a:pt x="10621582" y="0"/>
                </a:cubicBezTo>
                <a:close/>
                <a:moveTo>
                  <a:pt x="10242983" y="0"/>
                </a:moveTo>
                <a:lnTo>
                  <a:pt x="10347909" y="0"/>
                </a:lnTo>
                <a:cubicBezTo>
                  <a:pt x="10362397" y="0"/>
                  <a:pt x="10374141" y="11744"/>
                  <a:pt x="10374141" y="26232"/>
                </a:cubicBezTo>
                <a:lnTo>
                  <a:pt x="10374141" y="194114"/>
                </a:lnTo>
                <a:cubicBezTo>
                  <a:pt x="10374141" y="208602"/>
                  <a:pt x="10362397" y="220346"/>
                  <a:pt x="10347909" y="220346"/>
                </a:cubicBezTo>
                <a:lnTo>
                  <a:pt x="10242983" y="220346"/>
                </a:lnTo>
                <a:cubicBezTo>
                  <a:pt x="10228495" y="220346"/>
                  <a:pt x="10216751" y="208602"/>
                  <a:pt x="10216751" y="194114"/>
                </a:cubicBezTo>
                <a:lnTo>
                  <a:pt x="10216751" y="26232"/>
                </a:lnTo>
                <a:cubicBezTo>
                  <a:pt x="10216751" y="11744"/>
                  <a:pt x="10228495" y="0"/>
                  <a:pt x="10242983" y="0"/>
                </a:cubicBezTo>
                <a:close/>
                <a:moveTo>
                  <a:pt x="9864384" y="0"/>
                </a:moveTo>
                <a:lnTo>
                  <a:pt x="9969310" y="0"/>
                </a:lnTo>
                <a:cubicBezTo>
                  <a:pt x="9983798" y="0"/>
                  <a:pt x="9995542" y="11744"/>
                  <a:pt x="9995542" y="26232"/>
                </a:cubicBezTo>
                <a:lnTo>
                  <a:pt x="9995542" y="194114"/>
                </a:lnTo>
                <a:cubicBezTo>
                  <a:pt x="9995542" y="208602"/>
                  <a:pt x="9983798" y="220346"/>
                  <a:pt x="9969310" y="220346"/>
                </a:cubicBezTo>
                <a:lnTo>
                  <a:pt x="9864384" y="220346"/>
                </a:lnTo>
                <a:cubicBezTo>
                  <a:pt x="9849896" y="220346"/>
                  <a:pt x="9838152" y="208602"/>
                  <a:pt x="9838152" y="194114"/>
                </a:cubicBezTo>
                <a:lnTo>
                  <a:pt x="9838152" y="26232"/>
                </a:lnTo>
                <a:cubicBezTo>
                  <a:pt x="9838152" y="11744"/>
                  <a:pt x="9849896" y="0"/>
                  <a:pt x="9864384" y="0"/>
                </a:cubicBezTo>
                <a:close/>
                <a:moveTo>
                  <a:pt x="9485785" y="0"/>
                </a:moveTo>
                <a:lnTo>
                  <a:pt x="9590711" y="0"/>
                </a:lnTo>
                <a:cubicBezTo>
                  <a:pt x="9605199" y="0"/>
                  <a:pt x="9616943" y="11744"/>
                  <a:pt x="9616943" y="26232"/>
                </a:cubicBezTo>
                <a:lnTo>
                  <a:pt x="9616943" y="194114"/>
                </a:lnTo>
                <a:cubicBezTo>
                  <a:pt x="9616943" y="208602"/>
                  <a:pt x="9605199" y="220346"/>
                  <a:pt x="9590711" y="220346"/>
                </a:cubicBezTo>
                <a:lnTo>
                  <a:pt x="9485785" y="220346"/>
                </a:lnTo>
                <a:cubicBezTo>
                  <a:pt x="9471297" y="220346"/>
                  <a:pt x="9459553" y="208602"/>
                  <a:pt x="9459553" y="194114"/>
                </a:cubicBezTo>
                <a:lnTo>
                  <a:pt x="9459553" y="26232"/>
                </a:lnTo>
                <a:cubicBezTo>
                  <a:pt x="9459553" y="11744"/>
                  <a:pt x="9471297" y="0"/>
                  <a:pt x="9485785" y="0"/>
                </a:cubicBezTo>
                <a:close/>
                <a:moveTo>
                  <a:pt x="9107186" y="0"/>
                </a:moveTo>
                <a:lnTo>
                  <a:pt x="9212112" y="0"/>
                </a:lnTo>
                <a:cubicBezTo>
                  <a:pt x="9226600" y="0"/>
                  <a:pt x="9238344" y="11744"/>
                  <a:pt x="9238344" y="26232"/>
                </a:cubicBezTo>
                <a:lnTo>
                  <a:pt x="9238344" y="194114"/>
                </a:lnTo>
                <a:cubicBezTo>
                  <a:pt x="9238344" y="208602"/>
                  <a:pt x="9226600" y="220346"/>
                  <a:pt x="9212112" y="220346"/>
                </a:cubicBezTo>
                <a:lnTo>
                  <a:pt x="9107186" y="220346"/>
                </a:lnTo>
                <a:cubicBezTo>
                  <a:pt x="9092698" y="220346"/>
                  <a:pt x="9080954" y="208602"/>
                  <a:pt x="9080954" y="194114"/>
                </a:cubicBezTo>
                <a:lnTo>
                  <a:pt x="9080954" y="26232"/>
                </a:lnTo>
                <a:cubicBezTo>
                  <a:pt x="9080954" y="11744"/>
                  <a:pt x="9092698" y="0"/>
                  <a:pt x="9107186" y="0"/>
                </a:cubicBezTo>
                <a:close/>
                <a:moveTo>
                  <a:pt x="8728587" y="0"/>
                </a:moveTo>
                <a:lnTo>
                  <a:pt x="8833513" y="0"/>
                </a:lnTo>
                <a:cubicBezTo>
                  <a:pt x="8848001" y="0"/>
                  <a:pt x="8859745" y="11744"/>
                  <a:pt x="8859745" y="26232"/>
                </a:cubicBezTo>
                <a:lnTo>
                  <a:pt x="8859745" y="194114"/>
                </a:lnTo>
                <a:cubicBezTo>
                  <a:pt x="8859745" y="208602"/>
                  <a:pt x="8848001" y="220346"/>
                  <a:pt x="8833513" y="220346"/>
                </a:cubicBezTo>
                <a:lnTo>
                  <a:pt x="8728587" y="220346"/>
                </a:lnTo>
                <a:cubicBezTo>
                  <a:pt x="8714099" y="220346"/>
                  <a:pt x="8702355" y="208602"/>
                  <a:pt x="8702355" y="194114"/>
                </a:cubicBezTo>
                <a:lnTo>
                  <a:pt x="8702355" y="26232"/>
                </a:lnTo>
                <a:cubicBezTo>
                  <a:pt x="8702355" y="11744"/>
                  <a:pt x="8714099" y="0"/>
                  <a:pt x="8728587" y="0"/>
                </a:cubicBezTo>
                <a:close/>
                <a:moveTo>
                  <a:pt x="8349988" y="0"/>
                </a:moveTo>
                <a:lnTo>
                  <a:pt x="8454914" y="0"/>
                </a:lnTo>
                <a:cubicBezTo>
                  <a:pt x="8469402" y="0"/>
                  <a:pt x="8481146" y="11744"/>
                  <a:pt x="8481146" y="26232"/>
                </a:cubicBezTo>
                <a:lnTo>
                  <a:pt x="8481146" y="194114"/>
                </a:lnTo>
                <a:cubicBezTo>
                  <a:pt x="8481146" y="208602"/>
                  <a:pt x="8469402" y="220346"/>
                  <a:pt x="8454914" y="220346"/>
                </a:cubicBezTo>
                <a:lnTo>
                  <a:pt x="8349988" y="220346"/>
                </a:lnTo>
                <a:cubicBezTo>
                  <a:pt x="8335500" y="220346"/>
                  <a:pt x="8323756" y="208602"/>
                  <a:pt x="8323756" y="194114"/>
                </a:cubicBezTo>
                <a:lnTo>
                  <a:pt x="8323756" y="26232"/>
                </a:lnTo>
                <a:cubicBezTo>
                  <a:pt x="8323756" y="11744"/>
                  <a:pt x="8335500" y="0"/>
                  <a:pt x="8349988" y="0"/>
                </a:cubicBezTo>
                <a:close/>
                <a:moveTo>
                  <a:pt x="7971389" y="0"/>
                </a:moveTo>
                <a:lnTo>
                  <a:pt x="8076315" y="0"/>
                </a:lnTo>
                <a:cubicBezTo>
                  <a:pt x="8090803" y="0"/>
                  <a:pt x="8102547" y="11744"/>
                  <a:pt x="8102547" y="26232"/>
                </a:cubicBezTo>
                <a:lnTo>
                  <a:pt x="8102547" y="194114"/>
                </a:lnTo>
                <a:cubicBezTo>
                  <a:pt x="8102547" y="208602"/>
                  <a:pt x="8090803" y="220346"/>
                  <a:pt x="8076315" y="220346"/>
                </a:cubicBezTo>
                <a:lnTo>
                  <a:pt x="7971389" y="220346"/>
                </a:lnTo>
                <a:cubicBezTo>
                  <a:pt x="7956901" y="220346"/>
                  <a:pt x="7945157" y="208602"/>
                  <a:pt x="7945157" y="194114"/>
                </a:cubicBezTo>
                <a:lnTo>
                  <a:pt x="7945157" y="26232"/>
                </a:lnTo>
                <a:cubicBezTo>
                  <a:pt x="7945157" y="11744"/>
                  <a:pt x="7956901" y="0"/>
                  <a:pt x="7971389" y="0"/>
                </a:cubicBezTo>
                <a:close/>
                <a:moveTo>
                  <a:pt x="7592790" y="0"/>
                </a:moveTo>
                <a:lnTo>
                  <a:pt x="7697716" y="0"/>
                </a:lnTo>
                <a:cubicBezTo>
                  <a:pt x="7712204" y="0"/>
                  <a:pt x="7723948" y="11744"/>
                  <a:pt x="7723948" y="26232"/>
                </a:cubicBezTo>
                <a:lnTo>
                  <a:pt x="7723948" y="194114"/>
                </a:lnTo>
                <a:cubicBezTo>
                  <a:pt x="7723948" y="208602"/>
                  <a:pt x="7712204" y="220346"/>
                  <a:pt x="7697716" y="220346"/>
                </a:cubicBezTo>
                <a:lnTo>
                  <a:pt x="7592790" y="220346"/>
                </a:lnTo>
                <a:cubicBezTo>
                  <a:pt x="7578302" y="220346"/>
                  <a:pt x="7566558" y="208602"/>
                  <a:pt x="7566558" y="194114"/>
                </a:cubicBezTo>
                <a:lnTo>
                  <a:pt x="7566558" y="26232"/>
                </a:lnTo>
                <a:cubicBezTo>
                  <a:pt x="7566558" y="11744"/>
                  <a:pt x="7578302" y="0"/>
                  <a:pt x="7592790" y="0"/>
                </a:cubicBezTo>
                <a:close/>
                <a:moveTo>
                  <a:pt x="7214191" y="0"/>
                </a:moveTo>
                <a:lnTo>
                  <a:pt x="7319117" y="0"/>
                </a:lnTo>
                <a:cubicBezTo>
                  <a:pt x="7333605" y="0"/>
                  <a:pt x="7345349" y="11744"/>
                  <a:pt x="7345349" y="26232"/>
                </a:cubicBezTo>
                <a:lnTo>
                  <a:pt x="7345349" y="194114"/>
                </a:lnTo>
                <a:cubicBezTo>
                  <a:pt x="7345349" y="208602"/>
                  <a:pt x="7333605" y="220346"/>
                  <a:pt x="7319117" y="220346"/>
                </a:cubicBezTo>
                <a:lnTo>
                  <a:pt x="7214191" y="220346"/>
                </a:lnTo>
                <a:cubicBezTo>
                  <a:pt x="7199703" y="220346"/>
                  <a:pt x="7187959" y="208602"/>
                  <a:pt x="7187959" y="194114"/>
                </a:cubicBezTo>
                <a:lnTo>
                  <a:pt x="7187959" y="26232"/>
                </a:lnTo>
                <a:cubicBezTo>
                  <a:pt x="7187959" y="11744"/>
                  <a:pt x="7199703" y="0"/>
                  <a:pt x="7214191" y="0"/>
                </a:cubicBezTo>
                <a:close/>
                <a:moveTo>
                  <a:pt x="6835592" y="0"/>
                </a:moveTo>
                <a:lnTo>
                  <a:pt x="6940518" y="0"/>
                </a:lnTo>
                <a:cubicBezTo>
                  <a:pt x="6955006" y="0"/>
                  <a:pt x="6966750" y="11744"/>
                  <a:pt x="6966750" y="26232"/>
                </a:cubicBezTo>
                <a:lnTo>
                  <a:pt x="6966750" y="194114"/>
                </a:lnTo>
                <a:cubicBezTo>
                  <a:pt x="6966750" y="208602"/>
                  <a:pt x="6955006" y="220346"/>
                  <a:pt x="6940518" y="220346"/>
                </a:cubicBezTo>
                <a:lnTo>
                  <a:pt x="6835592" y="220346"/>
                </a:lnTo>
                <a:cubicBezTo>
                  <a:pt x="6821104" y="220346"/>
                  <a:pt x="6809360" y="208602"/>
                  <a:pt x="6809360" y="194114"/>
                </a:cubicBezTo>
                <a:lnTo>
                  <a:pt x="6809360" y="26232"/>
                </a:lnTo>
                <a:cubicBezTo>
                  <a:pt x="6809360" y="11744"/>
                  <a:pt x="6821104" y="0"/>
                  <a:pt x="6835592" y="0"/>
                </a:cubicBezTo>
                <a:close/>
                <a:moveTo>
                  <a:pt x="6462413" y="0"/>
                </a:moveTo>
                <a:lnTo>
                  <a:pt x="6567339" y="0"/>
                </a:lnTo>
                <a:cubicBezTo>
                  <a:pt x="6581827" y="0"/>
                  <a:pt x="6593571" y="11744"/>
                  <a:pt x="6593571" y="26232"/>
                </a:cubicBezTo>
                <a:lnTo>
                  <a:pt x="6593571" y="194114"/>
                </a:lnTo>
                <a:cubicBezTo>
                  <a:pt x="6593571" y="208602"/>
                  <a:pt x="6581827" y="220346"/>
                  <a:pt x="6567339" y="220346"/>
                </a:cubicBezTo>
                <a:lnTo>
                  <a:pt x="6462413" y="220346"/>
                </a:lnTo>
                <a:cubicBezTo>
                  <a:pt x="6447925" y="220346"/>
                  <a:pt x="6436181" y="208602"/>
                  <a:pt x="6436181" y="194114"/>
                </a:cubicBezTo>
                <a:lnTo>
                  <a:pt x="6436181" y="26232"/>
                </a:lnTo>
                <a:cubicBezTo>
                  <a:pt x="6436181" y="11744"/>
                  <a:pt x="6447925" y="0"/>
                  <a:pt x="6462413" y="0"/>
                </a:cubicBezTo>
                <a:close/>
                <a:moveTo>
                  <a:pt x="6083814" y="0"/>
                </a:moveTo>
                <a:lnTo>
                  <a:pt x="6188740" y="0"/>
                </a:lnTo>
                <a:cubicBezTo>
                  <a:pt x="6203228" y="0"/>
                  <a:pt x="6214972" y="11744"/>
                  <a:pt x="6214972" y="26232"/>
                </a:cubicBezTo>
                <a:lnTo>
                  <a:pt x="6214972" y="194114"/>
                </a:lnTo>
                <a:cubicBezTo>
                  <a:pt x="6214972" y="208602"/>
                  <a:pt x="6203228" y="220346"/>
                  <a:pt x="6188740" y="220346"/>
                </a:cubicBezTo>
                <a:lnTo>
                  <a:pt x="6083814" y="220346"/>
                </a:lnTo>
                <a:cubicBezTo>
                  <a:pt x="6069326" y="220346"/>
                  <a:pt x="6057582" y="208602"/>
                  <a:pt x="6057582" y="194114"/>
                </a:cubicBezTo>
                <a:lnTo>
                  <a:pt x="6057582" y="26232"/>
                </a:lnTo>
                <a:cubicBezTo>
                  <a:pt x="6057582" y="11744"/>
                  <a:pt x="6069326" y="0"/>
                  <a:pt x="6083814" y="0"/>
                </a:cubicBezTo>
                <a:close/>
                <a:moveTo>
                  <a:pt x="5705215" y="0"/>
                </a:moveTo>
                <a:lnTo>
                  <a:pt x="5810141" y="0"/>
                </a:lnTo>
                <a:cubicBezTo>
                  <a:pt x="5824629" y="0"/>
                  <a:pt x="5836373" y="11744"/>
                  <a:pt x="5836373" y="26232"/>
                </a:cubicBezTo>
                <a:lnTo>
                  <a:pt x="5836373" y="194114"/>
                </a:lnTo>
                <a:cubicBezTo>
                  <a:pt x="5836373" y="208602"/>
                  <a:pt x="5824629" y="220346"/>
                  <a:pt x="5810141" y="220346"/>
                </a:cubicBezTo>
                <a:lnTo>
                  <a:pt x="5705215" y="220346"/>
                </a:lnTo>
                <a:cubicBezTo>
                  <a:pt x="5690727" y="220346"/>
                  <a:pt x="5678983" y="208602"/>
                  <a:pt x="5678983" y="194114"/>
                </a:cubicBezTo>
                <a:lnTo>
                  <a:pt x="5678983" y="26232"/>
                </a:lnTo>
                <a:cubicBezTo>
                  <a:pt x="5678983" y="11744"/>
                  <a:pt x="5690727" y="0"/>
                  <a:pt x="5705215" y="0"/>
                </a:cubicBezTo>
                <a:close/>
                <a:moveTo>
                  <a:pt x="5326616" y="0"/>
                </a:moveTo>
                <a:lnTo>
                  <a:pt x="5431542" y="0"/>
                </a:lnTo>
                <a:cubicBezTo>
                  <a:pt x="5446030" y="0"/>
                  <a:pt x="5457774" y="11744"/>
                  <a:pt x="5457774" y="26232"/>
                </a:cubicBezTo>
                <a:lnTo>
                  <a:pt x="5457774" y="194114"/>
                </a:lnTo>
                <a:cubicBezTo>
                  <a:pt x="5457774" y="208602"/>
                  <a:pt x="5446030" y="220346"/>
                  <a:pt x="5431542" y="220346"/>
                </a:cubicBezTo>
                <a:lnTo>
                  <a:pt x="5326616" y="220346"/>
                </a:lnTo>
                <a:cubicBezTo>
                  <a:pt x="5312128" y="220346"/>
                  <a:pt x="5300384" y="208602"/>
                  <a:pt x="5300384" y="194114"/>
                </a:cubicBezTo>
                <a:lnTo>
                  <a:pt x="5300384" y="26232"/>
                </a:lnTo>
                <a:cubicBezTo>
                  <a:pt x="5300384" y="11744"/>
                  <a:pt x="5312128" y="0"/>
                  <a:pt x="5326616" y="0"/>
                </a:cubicBezTo>
                <a:close/>
                <a:moveTo>
                  <a:pt x="4948017" y="0"/>
                </a:moveTo>
                <a:lnTo>
                  <a:pt x="5052943" y="0"/>
                </a:lnTo>
                <a:cubicBezTo>
                  <a:pt x="5067431" y="0"/>
                  <a:pt x="5079175" y="11744"/>
                  <a:pt x="5079175" y="26232"/>
                </a:cubicBezTo>
                <a:lnTo>
                  <a:pt x="5079175" y="194114"/>
                </a:lnTo>
                <a:cubicBezTo>
                  <a:pt x="5079175" y="208602"/>
                  <a:pt x="5067431" y="220346"/>
                  <a:pt x="5052943" y="220346"/>
                </a:cubicBezTo>
                <a:lnTo>
                  <a:pt x="4948017" y="220346"/>
                </a:lnTo>
                <a:cubicBezTo>
                  <a:pt x="4933529" y="220346"/>
                  <a:pt x="4921785" y="208602"/>
                  <a:pt x="4921785" y="194114"/>
                </a:cubicBezTo>
                <a:lnTo>
                  <a:pt x="4921785" y="26232"/>
                </a:lnTo>
                <a:cubicBezTo>
                  <a:pt x="4921785" y="11744"/>
                  <a:pt x="4933529" y="0"/>
                  <a:pt x="4948017" y="0"/>
                </a:cubicBezTo>
                <a:close/>
                <a:moveTo>
                  <a:pt x="4569418" y="0"/>
                </a:moveTo>
                <a:lnTo>
                  <a:pt x="4674344" y="0"/>
                </a:lnTo>
                <a:cubicBezTo>
                  <a:pt x="4688832" y="0"/>
                  <a:pt x="4700576" y="11744"/>
                  <a:pt x="4700576" y="26232"/>
                </a:cubicBezTo>
                <a:lnTo>
                  <a:pt x="4700576" y="194114"/>
                </a:lnTo>
                <a:cubicBezTo>
                  <a:pt x="4700576" y="208602"/>
                  <a:pt x="4688832" y="220346"/>
                  <a:pt x="4674344" y="220346"/>
                </a:cubicBezTo>
                <a:lnTo>
                  <a:pt x="4569418" y="220346"/>
                </a:lnTo>
                <a:cubicBezTo>
                  <a:pt x="4554930" y="220346"/>
                  <a:pt x="4543186" y="208602"/>
                  <a:pt x="4543186" y="194114"/>
                </a:cubicBezTo>
                <a:lnTo>
                  <a:pt x="4543186" y="26232"/>
                </a:lnTo>
                <a:cubicBezTo>
                  <a:pt x="4543186" y="11744"/>
                  <a:pt x="4554930" y="0"/>
                  <a:pt x="4569418" y="0"/>
                </a:cubicBezTo>
                <a:close/>
                <a:moveTo>
                  <a:pt x="4190819" y="0"/>
                </a:moveTo>
                <a:lnTo>
                  <a:pt x="4295745" y="0"/>
                </a:lnTo>
                <a:cubicBezTo>
                  <a:pt x="4310233" y="0"/>
                  <a:pt x="4321977" y="11744"/>
                  <a:pt x="4321977" y="26232"/>
                </a:cubicBezTo>
                <a:lnTo>
                  <a:pt x="4321977" y="194114"/>
                </a:lnTo>
                <a:cubicBezTo>
                  <a:pt x="4321977" y="208602"/>
                  <a:pt x="4310233" y="220346"/>
                  <a:pt x="4295745" y="220346"/>
                </a:cubicBezTo>
                <a:lnTo>
                  <a:pt x="4190819" y="220346"/>
                </a:lnTo>
                <a:cubicBezTo>
                  <a:pt x="4176331" y="220346"/>
                  <a:pt x="4164587" y="208602"/>
                  <a:pt x="4164587" y="194114"/>
                </a:cubicBezTo>
                <a:lnTo>
                  <a:pt x="4164587" y="26232"/>
                </a:lnTo>
                <a:cubicBezTo>
                  <a:pt x="4164587" y="11744"/>
                  <a:pt x="4176331" y="0"/>
                  <a:pt x="4190819" y="0"/>
                </a:cubicBezTo>
                <a:close/>
                <a:moveTo>
                  <a:pt x="3812220" y="0"/>
                </a:moveTo>
                <a:lnTo>
                  <a:pt x="3917146" y="0"/>
                </a:lnTo>
                <a:cubicBezTo>
                  <a:pt x="3931634" y="0"/>
                  <a:pt x="3943378" y="11744"/>
                  <a:pt x="3943378" y="26232"/>
                </a:cubicBezTo>
                <a:lnTo>
                  <a:pt x="3943378" y="194114"/>
                </a:lnTo>
                <a:cubicBezTo>
                  <a:pt x="3943378" y="208602"/>
                  <a:pt x="3931634" y="220346"/>
                  <a:pt x="3917146" y="220346"/>
                </a:cubicBezTo>
                <a:lnTo>
                  <a:pt x="3812220" y="220346"/>
                </a:lnTo>
                <a:cubicBezTo>
                  <a:pt x="3797732" y="220346"/>
                  <a:pt x="3785988" y="208602"/>
                  <a:pt x="3785988" y="194114"/>
                </a:cubicBezTo>
                <a:lnTo>
                  <a:pt x="3785988" y="26232"/>
                </a:lnTo>
                <a:cubicBezTo>
                  <a:pt x="3785988" y="11744"/>
                  <a:pt x="3797732" y="0"/>
                  <a:pt x="3812220" y="0"/>
                </a:cubicBezTo>
                <a:close/>
                <a:moveTo>
                  <a:pt x="3433621" y="0"/>
                </a:moveTo>
                <a:lnTo>
                  <a:pt x="3538547" y="0"/>
                </a:lnTo>
                <a:cubicBezTo>
                  <a:pt x="3553035" y="0"/>
                  <a:pt x="3564779" y="11744"/>
                  <a:pt x="3564779" y="26232"/>
                </a:cubicBezTo>
                <a:lnTo>
                  <a:pt x="3564779" y="194114"/>
                </a:lnTo>
                <a:cubicBezTo>
                  <a:pt x="3564779" y="208602"/>
                  <a:pt x="3553035" y="220346"/>
                  <a:pt x="3538547" y="220346"/>
                </a:cubicBezTo>
                <a:lnTo>
                  <a:pt x="3433621" y="220346"/>
                </a:lnTo>
                <a:cubicBezTo>
                  <a:pt x="3419133" y="220346"/>
                  <a:pt x="3407389" y="208602"/>
                  <a:pt x="3407389" y="194114"/>
                </a:cubicBezTo>
                <a:lnTo>
                  <a:pt x="3407389" y="26232"/>
                </a:lnTo>
                <a:cubicBezTo>
                  <a:pt x="3407389" y="11744"/>
                  <a:pt x="3419133" y="0"/>
                  <a:pt x="3433621" y="0"/>
                </a:cubicBezTo>
                <a:close/>
                <a:moveTo>
                  <a:pt x="3055022" y="0"/>
                </a:moveTo>
                <a:lnTo>
                  <a:pt x="3159949" y="0"/>
                </a:lnTo>
                <a:cubicBezTo>
                  <a:pt x="3174436" y="0"/>
                  <a:pt x="3186180" y="11744"/>
                  <a:pt x="3186180" y="26232"/>
                </a:cubicBezTo>
                <a:lnTo>
                  <a:pt x="3186180" y="194114"/>
                </a:lnTo>
                <a:cubicBezTo>
                  <a:pt x="3186180" y="208602"/>
                  <a:pt x="3174436" y="220346"/>
                  <a:pt x="3159949" y="220346"/>
                </a:cubicBezTo>
                <a:lnTo>
                  <a:pt x="3055022" y="220346"/>
                </a:lnTo>
                <a:cubicBezTo>
                  <a:pt x="3040535" y="220346"/>
                  <a:pt x="3028791" y="208602"/>
                  <a:pt x="3028791" y="194114"/>
                </a:cubicBezTo>
                <a:lnTo>
                  <a:pt x="3028791" y="26232"/>
                </a:lnTo>
                <a:cubicBezTo>
                  <a:pt x="3028791" y="11744"/>
                  <a:pt x="3040535" y="0"/>
                  <a:pt x="3055022" y="0"/>
                </a:cubicBezTo>
                <a:close/>
                <a:moveTo>
                  <a:pt x="2676424" y="0"/>
                </a:moveTo>
                <a:lnTo>
                  <a:pt x="2781350" y="0"/>
                </a:lnTo>
                <a:cubicBezTo>
                  <a:pt x="2795839" y="0"/>
                  <a:pt x="2807583" y="11744"/>
                  <a:pt x="2807583" y="26232"/>
                </a:cubicBezTo>
                <a:lnTo>
                  <a:pt x="2807583" y="194114"/>
                </a:lnTo>
                <a:cubicBezTo>
                  <a:pt x="2807583" y="208602"/>
                  <a:pt x="2795839" y="220346"/>
                  <a:pt x="2781350" y="220346"/>
                </a:cubicBezTo>
                <a:lnTo>
                  <a:pt x="2676424" y="220346"/>
                </a:lnTo>
                <a:cubicBezTo>
                  <a:pt x="2661936" y="220346"/>
                  <a:pt x="2650192" y="208602"/>
                  <a:pt x="2650192" y="194114"/>
                </a:cubicBezTo>
                <a:lnTo>
                  <a:pt x="2650192" y="26232"/>
                </a:lnTo>
                <a:cubicBezTo>
                  <a:pt x="2650192" y="11744"/>
                  <a:pt x="2661936" y="0"/>
                  <a:pt x="2676424" y="0"/>
                </a:cubicBezTo>
                <a:close/>
                <a:moveTo>
                  <a:pt x="2297824" y="0"/>
                </a:moveTo>
                <a:lnTo>
                  <a:pt x="2402751" y="0"/>
                </a:lnTo>
                <a:cubicBezTo>
                  <a:pt x="2417239" y="0"/>
                  <a:pt x="2428983" y="11744"/>
                  <a:pt x="2428983" y="26232"/>
                </a:cubicBezTo>
                <a:lnTo>
                  <a:pt x="2428983" y="194114"/>
                </a:lnTo>
                <a:cubicBezTo>
                  <a:pt x="2428983" y="208602"/>
                  <a:pt x="2417239" y="220346"/>
                  <a:pt x="2402751" y="220346"/>
                </a:cubicBezTo>
                <a:lnTo>
                  <a:pt x="2297824" y="220346"/>
                </a:lnTo>
                <a:cubicBezTo>
                  <a:pt x="2283337" y="220346"/>
                  <a:pt x="2271592" y="208602"/>
                  <a:pt x="2271592" y="194114"/>
                </a:cubicBezTo>
                <a:lnTo>
                  <a:pt x="2271592" y="26232"/>
                </a:lnTo>
                <a:cubicBezTo>
                  <a:pt x="2271592" y="11744"/>
                  <a:pt x="2283337" y="0"/>
                  <a:pt x="2297824" y="0"/>
                </a:cubicBezTo>
                <a:close/>
                <a:moveTo>
                  <a:pt x="1919226" y="0"/>
                </a:moveTo>
                <a:lnTo>
                  <a:pt x="2024152" y="0"/>
                </a:lnTo>
                <a:cubicBezTo>
                  <a:pt x="2038640" y="0"/>
                  <a:pt x="2050384" y="11744"/>
                  <a:pt x="2050384" y="26232"/>
                </a:cubicBezTo>
                <a:lnTo>
                  <a:pt x="2050384" y="194114"/>
                </a:lnTo>
                <a:cubicBezTo>
                  <a:pt x="2050384" y="208602"/>
                  <a:pt x="2038640" y="220346"/>
                  <a:pt x="2024152" y="220346"/>
                </a:cubicBezTo>
                <a:lnTo>
                  <a:pt x="1919226" y="220346"/>
                </a:lnTo>
                <a:cubicBezTo>
                  <a:pt x="1904738" y="220346"/>
                  <a:pt x="1892994" y="208602"/>
                  <a:pt x="1892994" y="194114"/>
                </a:cubicBezTo>
                <a:lnTo>
                  <a:pt x="1892994" y="26232"/>
                </a:lnTo>
                <a:cubicBezTo>
                  <a:pt x="1892994" y="11744"/>
                  <a:pt x="1904738" y="0"/>
                  <a:pt x="1919226" y="0"/>
                </a:cubicBezTo>
                <a:close/>
                <a:moveTo>
                  <a:pt x="1540627" y="0"/>
                </a:moveTo>
                <a:lnTo>
                  <a:pt x="1645553" y="0"/>
                </a:lnTo>
                <a:cubicBezTo>
                  <a:pt x="1660041" y="0"/>
                  <a:pt x="1671785" y="11744"/>
                  <a:pt x="1671785" y="26232"/>
                </a:cubicBezTo>
                <a:lnTo>
                  <a:pt x="1671785" y="194114"/>
                </a:lnTo>
                <a:cubicBezTo>
                  <a:pt x="1671785" y="208602"/>
                  <a:pt x="1660041" y="220346"/>
                  <a:pt x="1645553" y="220346"/>
                </a:cubicBezTo>
                <a:lnTo>
                  <a:pt x="1540627" y="220346"/>
                </a:lnTo>
                <a:cubicBezTo>
                  <a:pt x="1526139" y="220346"/>
                  <a:pt x="1514395" y="208602"/>
                  <a:pt x="1514395" y="194114"/>
                </a:cubicBezTo>
                <a:lnTo>
                  <a:pt x="1514395" y="26232"/>
                </a:lnTo>
                <a:cubicBezTo>
                  <a:pt x="1514395" y="11744"/>
                  <a:pt x="1526139" y="0"/>
                  <a:pt x="1540627" y="0"/>
                </a:cubicBezTo>
                <a:close/>
                <a:moveTo>
                  <a:pt x="1162028" y="0"/>
                </a:moveTo>
                <a:lnTo>
                  <a:pt x="1266954" y="0"/>
                </a:lnTo>
                <a:cubicBezTo>
                  <a:pt x="1281443" y="0"/>
                  <a:pt x="1293187" y="11744"/>
                  <a:pt x="1293187" y="26232"/>
                </a:cubicBezTo>
                <a:lnTo>
                  <a:pt x="1293187" y="194114"/>
                </a:lnTo>
                <a:cubicBezTo>
                  <a:pt x="1293187" y="208602"/>
                  <a:pt x="1281443" y="220346"/>
                  <a:pt x="1266954" y="220346"/>
                </a:cubicBezTo>
                <a:lnTo>
                  <a:pt x="1162028" y="220346"/>
                </a:lnTo>
                <a:cubicBezTo>
                  <a:pt x="1147540" y="220346"/>
                  <a:pt x="1135796" y="208602"/>
                  <a:pt x="1135796" y="194114"/>
                </a:cubicBezTo>
                <a:lnTo>
                  <a:pt x="1135796" y="26232"/>
                </a:lnTo>
                <a:cubicBezTo>
                  <a:pt x="1135796" y="11744"/>
                  <a:pt x="1147540" y="0"/>
                  <a:pt x="1162028" y="0"/>
                </a:cubicBezTo>
                <a:close/>
                <a:moveTo>
                  <a:pt x="783429" y="0"/>
                </a:moveTo>
                <a:lnTo>
                  <a:pt x="888355" y="0"/>
                </a:lnTo>
                <a:cubicBezTo>
                  <a:pt x="902843" y="0"/>
                  <a:pt x="914587" y="11744"/>
                  <a:pt x="914587" y="26232"/>
                </a:cubicBezTo>
                <a:lnTo>
                  <a:pt x="914587" y="194114"/>
                </a:lnTo>
                <a:cubicBezTo>
                  <a:pt x="914587" y="208602"/>
                  <a:pt x="902843" y="220346"/>
                  <a:pt x="888355" y="220346"/>
                </a:cubicBezTo>
                <a:lnTo>
                  <a:pt x="783429" y="220346"/>
                </a:lnTo>
                <a:cubicBezTo>
                  <a:pt x="768941" y="220346"/>
                  <a:pt x="757197" y="208602"/>
                  <a:pt x="757197" y="194114"/>
                </a:cubicBezTo>
                <a:lnTo>
                  <a:pt x="757197" y="26232"/>
                </a:lnTo>
                <a:cubicBezTo>
                  <a:pt x="757197" y="11744"/>
                  <a:pt x="768941" y="0"/>
                  <a:pt x="783429" y="0"/>
                </a:cubicBezTo>
                <a:close/>
                <a:moveTo>
                  <a:pt x="404830" y="0"/>
                </a:moveTo>
                <a:lnTo>
                  <a:pt x="509756" y="0"/>
                </a:lnTo>
                <a:cubicBezTo>
                  <a:pt x="524244" y="0"/>
                  <a:pt x="535988" y="11744"/>
                  <a:pt x="535988" y="26232"/>
                </a:cubicBezTo>
                <a:lnTo>
                  <a:pt x="535988" y="194114"/>
                </a:lnTo>
                <a:cubicBezTo>
                  <a:pt x="535988" y="208602"/>
                  <a:pt x="524244" y="220346"/>
                  <a:pt x="509756" y="220346"/>
                </a:cubicBezTo>
                <a:lnTo>
                  <a:pt x="404830" y="220346"/>
                </a:lnTo>
                <a:cubicBezTo>
                  <a:pt x="390342" y="220346"/>
                  <a:pt x="378598" y="208602"/>
                  <a:pt x="378598" y="194114"/>
                </a:cubicBezTo>
                <a:lnTo>
                  <a:pt x="378598" y="26232"/>
                </a:lnTo>
                <a:cubicBezTo>
                  <a:pt x="378598" y="11744"/>
                  <a:pt x="390342" y="0"/>
                  <a:pt x="404830" y="0"/>
                </a:cubicBezTo>
                <a:close/>
                <a:moveTo>
                  <a:pt x="26232" y="0"/>
                </a:moveTo>
                <a:lnTo>
                  <a:pt x="131158" y="0"/>
                </a:lnTo>
                <a:cubicBezTo>
                  <a:pt x="145646" y="0"/>
                  <a:pt x="157390" y="11744"/>
                  <a:pt x="157390" y="26232"/>
                </a:cubicBezTo>
                <a:lnTo>
                  <a:pt x="157390" y="194114"/>
                </a:lnTo>
                <a:cubicBezTo>
                  <a:pt x="157390" y="208602"/>
                  <a:pt x="145646" y="220346"/>
                  <a:pt x="131158" y="220346"/>
                </a:cubicBezTo>
                <a:lnTo>
                  <a:pt x="26232" y="220346"/>
                </a:lnTo>
                <a:cubicBezTo>
                  <a:pt x="11744" y="220346"/>
                  <a:pt x="0" y="208602"/>
                  <a:pt x="0" y="194114"/>
                </a:cubicBezTo>
                <a:lnTo>
                  <a:pt x="0" y="26232"/>
                </a:lnTo>
                <a:cubicBezTo>
                  <a:pt x="0" y="11744"/>
                  <a:pt x="11744" y="0"/>
                  <a:pt x="26232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65" name="标题 1"/>
          <p:cNvSpPr/>
          <p:nvPr/>
        </p:nvSpPr>
        <p:spPr>
          <a:xfrm flipH="1" flipV="1">
            <a:off x="9183960" y="2179080"/>
            <a:ext cx="703080" cy="557640"/>
          </a:xfrm>
          <a:custGeom>
            <a:avLst/>
            <a:gdLst>
              <a:gd name="textAreaLeft" fmla="*/ -360 w 703080"/>
              <a:gd name="textAreaRight" fmla="*/ 703080 w 703080"/>
              <a:gd name="textAreaTop" fmla="*/ -360 h 557640"/>
              <a:gd name="textAreaBottom" fmla="*/ 557640 h 557640"/>
            </a:gdLst>
            <a:ahLst/>
            <a:cxnLst/>
            <a:rect l="textAreaLeft" t="textAreaTop" r="textAreaRight" b="textAreaBottom"/>
            <a:pathLst>
              <a:path w="431250" h="342240">
                <a:moveTo>
                  <a:pt x="172500" y="342240"/>
                </a:moveTo>
                <a:lnTo>
                  <a:pt x="0" y="342240"/>
                </a:lnTo>
                <a:lnTo>
                  <a:pt x="0" y="169740"/>
                </a:lnTo>
                <a:cubicBezTo>
                  <a:pt x="1508" y="75551"/>
                  <a:pt x="78299" y="-12"/>
                  <a:pt x="172500" y="0"/>
                </a:cubicBezTo>
                <a:lnTo>
                  <a:pt x="172500" y="74003"/>
                </a:lnTo>
                <a:cubicBezTo>
                  <a:pt x="119195" y="74028"/>
                  <a:pt x="75583" y="116456"/>
                  <a:pt x="74089" y="169740"/>
                </a:cubicBezTo>
                <a:lnTo>
                  <a:pt x="172500" y="169740"/>
                </a:lnTo>
                <a:close/>
                <a:moveTo>
                  <a:pt x="431250" y="342240"/>
                </a:moveTo>
                <a:lnTo>
                  <a:pt x="258750" y="342240"/>
                </a:lnTo>
                <a:lnTo>
                  <a:pt x="258750" y="169740"/>
                </a:lnTo>
                <a:cubicBezTo>
                  <a:pt x="260258" y="75551"/>
                  <a:pt x="337049" y="-12"/>
                  <a:pt x="431250" y="0"/>
                </a:cubicBezTo>
                <a:lnTo>
                  <a:pt x="431250" y="74003"/>
                </a:lnTo>
                <a:cubicBezTo>
                  <a:pt x="377945" y="74028"/>
                  <a:pt x="334333" y="116456"/>
                  <a:pt x="332839" y="169740"/>
                </a:cubicBezTo>
                <a:lnTo>
                  <a:pt x="431250" y="169740"/>
                </a:lnTo>
                <a:close/>
              </a:path>
            </a:pathLst>
          </a:custGeom>
          <a:solidFill>
            <a:schemeClr val="accent1"/>
          </a:solidFill>
          <a:ln w="5424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66" name="标题 1"/>
          <p:cNvSpPr/>
          <p:nvPr/>
        </p:nvSpPr>
        <p:spPr>
          <a:xfrm rot="16200000" flipV="1">
            <a:off x="9837000" y="3253320"/>
            <a:ext cx="2653200" cy="126360"/>
          </a:xfrm>
          <a:custGeom>
            <a:avLst/>
            <a:gdLst>
              <a:gd name="textAreaLeft" fmla="*/ 0 w 2653200"/>
              <a:gd name="textAreaRight" fmla="*/ 2653560 w 2653200"/>
              <a:gd name="textAreaTop" fmla="*/ -360 h 126360"/>
              <a:gd name="textAreaBottom" fmla="*/ 126360 h 126360"/>
            </a:gdLst>
            <a:ahLst/>
            <a:cxnLst/>
            <a:rect l="textAreaLeft" t="textAreaTop" r="textAreaRight" b="textAreaBottom"/>
            <a:pathLst>
              <a:path w="2653725" h="126659">
                <a:moveTo>
                  <a:pt x="87159" y="63330"/>
                </a:moveTo>
                <a:lnTo>
                  <a:pt x="0" y="5975"/>
                </a:lnTo>
                <a:lnTo>
                  <a:pt x="0" y="120685"/>
                </a:lnTo>
                <a:close/>
                <a:moveTo>
                  <a:pt x="241763" y="63330"/>
                </a:moveTo>
                <a:lnTo>
                  <a:pt x="154604" y="5975"/>
                </a:lnTo>
                <a:lnTo>
                  <a:pt x="154604" y="120685"/>
                </a:lnTo>
                <a:close/>
                <a:moveTo>
                  <a:pt x="2190155" y="75045"/>
                </a:moveTo>
                <a:lnTo>
                  <a:pt x="2190155" y="51615"/>
                </a:lnTo>
                <a:lnTo>
                  <a:pt x="315691" y="51615"/>
                </a:lnTo>
                <a:lnTo>
                  <a:pt x="315691" y="75045"/>
                </a:lnTo>
                <a:close/>
                <a:moveTo>
                  <a:pt x="2344679" y="126659"/>
                </a:moveTo>
                <a:lnTo>
                  <a:pt x="2344679" y="0"/>
                </a:lnTo>
                <a:lnTo>
                  <a:pt x="2257602" y="0"/>
                </a:lnTo>
                <a:lnTo>
                  <a:pt x="2257602" y="126659"/>
                </a:lnTo>
                <a:close/>
                <a:moveTo>
                  <a:pt x="2499202" y="126659"/>
                </a:moveTo>
                <a:lnTo>
                  <a:pt x="2499202" y="0"/>
                </a:lnTo>
                <a:lnTo>
                  <a:pt x="2412125" y="0"/>
                </a:lnTo>
                <a:lnTo>
                  <a:pt x="2412125" y="126659"/>
                </a:lnTo>
                <a:close/>
                <a:moveTo>
                  <a:pt x="2653725" y="126659"/>
                </a:moveTo>
                <a:lnTo>
                  <a:pt x="2653725" y="0"/>
                </a:lnTo>
                <a:lnTo>
                  <a:pt x="2566648" y="0"/>
                </a:lnTo>
                <a:lnTo>
                  <a:pt x="2566648" y="126659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67" name="标题 1"/>
          <p:cNvSpPr/>
          <p:nvPr/>
        </p:nvSpPr>
        <p:spPr>
          <a:xfrm rot="10800000">
            <a:off x="2685960" y="715320"/>
            <a:ext cx="1295640" cy="35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36000" bIns="3600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68" name="标题 1"/>
          <p:cNvSpPr/>
          <p:nvPr/>
        </p:nvSpPr>
        <p:spPr>
          <a:xfrm>
            <a:off x="4560120" y="636120"/>
            <a:ext cx="133560" cy="1944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69" name="标题 1"/>
          <p:cNvSpPr/>
          <p:nvPr/>
        </p:nvSpPr>
        <p:spPr>
          <a:xfrm>
            <a:off x="4322520" y="636120"/>
            <a:ext cx="133560" cy="19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70" name="标题 1"/>
          <p:cNvSpPr/>
          <p:nvPr/>
        </p:nvSpPr>
        <p:spPr>
          <a:xfrm>
            <a:off x="4085280" y="636120"/>
            <a:ext cx="133560" cy="19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71" name="标题 1"/>
          <p:cNvSpPr/>
          <p:nvPr/>
        </p:nvSpPr>
        <p:spPr>
          <a:xfrm rot="5400000">
            <a:off x="10938240" y="5854320"/>
            <a:ext cx="404280" cy="771840"/>
          </a:xfrm>
          <a:custGeom>
            <a:avLst/>
            <a:gdLst>
              <a:gd name="textAreaLeft" fmla="*/ 0 w 404280"/>
              <a:gd name="textAreaRight" fmla="*/ 404640 w 404280"/>
              <a:gd name="textAreaTop" fmla="*/ 0 h 771840"/>
              <a:gd name="textAreaBottom" fmla="*/ 772200 h 771840"/>
            </a:gdLst>
            <a:ahLst/>
            <a:cxnLst/>
            <a:rect l="textAreaLeft" t="textAreaTop" r="textAreaRight" b="textAreaBottom"/>
            <a:pathLst>
              <a:path w="606471" h="1157772">
                <a:moveTo>
                  <a:pt x="557385" y="1059599"/>
                </a:moveTo>
                <a:cubicBezTo>
                  <a:pt x="584494" y="1059599"/>
                  <a:pt x="606471" y="1081575"/>
                  <a:pt x="606471" y="1108685"/>
                </a:cubicBezTo>
                <a:cubicBezTo>
                  <a:pt x="606471" y="1135795"/>
                  <a:pt x="584494" y="1157772"/>
                  <a:pt x="557385" y="1157772"/>
                </a:cubicBezTo>
                <a:cubicBezTo>
                  <a:pt x="530275" y="1157772"/>
                  <a:pt x="508298" y="1135795"/>
                  <a:pt x="508298" y="1108685"/>
                </a:cubicBezTo>
                <a:cubicBezTo>
                  <a:pt x="508298" y="1081575"/>
                  <a:pt x="530275" y="1059599"/>
                  <a:pt x="557385" y="1059599"/>
                </a:cubicBezTo>
                <a:close/>
                <a:moveTo>
                  <a:pt x="387320" y="1059599"/>
                </a:moveTo>
                <a:cubicBezTo>
                  <a:pt x="414430" y="1059599"/>
                  <a:pt x="436407" y="1081575"/>
                  <a:pt x="436407" y="1108685"/>
                </a:cubicBezTo>
                <a:cubicBezTo>
                  <a:pt x="436407" y="1135795"/>
                  <a:pt x="414430" y="1157772"/>
                  <a:pt x="387320" y="1157772"/>
                </a:cubicBezTo>
                <a:cubicBezTo>
                  <a:pt x="360211" y="1157772"/>
                  <a:pt x="338234" y="1135795"/>
                  <a:pt x="338234" y="1108685"/>
                </a:cubicBezTo>
                <a:cubicBezTo>
                  <a:pt x="338234" y="1081575"/>
                  <a:pt x="360211" y="1059599"/>
                  <a:pt x="387320" y="1059599"/>
                </a:cubicBezTo>
                <a:close/>
                <a:moveTo>
                  <a:pt x="219151" y="1059599"/>
                </a:moveTo>
                <a:cubicBezTo>
                  <a:pt x="246260" y="1059599"/>
                  <a:pt x="268237" y="1081575"/>
                  <a:pt x="268237" y="1108685"/>
                </a:cubicBezTo>
                <a:cubicBezTo>
                  <a:pt x="268237" y="1135795"/>
                  <a:pt x="246260" y="1157772"/>
                  <a:pt x="219151" y="1157772"/>
                </a:cubicBezTo>
                <a:cubicBezTo>
                  <a:pt x="192041" y="1157772"/>
                  <a:pt x="170064" y="1135795"/>
                  <a:pt x="170064" y="1108685"/>
                </a:cubicBezTo>
                <a:cubicBezTo>
                  <a:pt x="170064" y="1081575"/>
                  <a:pt x="192041" y="1059599"/>
                  <a:pt x="219151" y="1059599"/>
                </a:cubicBezTo>
                <a:close/>
                <a:moveTo>
                  <a:pt x="49086" y="1059599"/>
                </a:moveTo>
                <a:cubicBezTo>
                  <a:pt x="76196" y="1059599"/>
                  <a:pt x="98173" y="1081575"/>
                  <a:pt x="98173" y="1108685"/>
                </a:cubicBezTo>
                <a:cubicBezTo>
                  <a:pt x="98173" y="1135795"/>
                  <a:pt x="76196" y="1157772"/>
                  <a:pt x="49086" y="1157772"/>
                </a:cubicBezTo>
                <a:cubicBezTo>
                  <a:pt x="21977" y="1157772"/>
                  <a:pt x="0" y="1135795"/>
                  <a:pt x="0" y="1108685"/>
                </a:cubicBezTo>
                <a:cubicBezTo>
                  <a:pt x="0" y="1081575"/>
                  <a:pt x="21977" y="1059599"/>
                  <a:pt x="49086" y="1059599"/>
                </a:cubicBezTo>
                <a:close/>
                <a:moveTo>
                  <a:pt x="557385" y="882999"/>
                </a:moveTo>
                <a:cubicBezTo>
                  <a:pt x="584494" y="882999"/>
                  <a:pt x="606471" y="904976"/>
                  <a:pt x="606471" y="932085"/>
                </a:cubicBezTo>
                <a:cubicBezTo>
                  <a:pt x="606471" y="959195"/>
                  <a:pt x="584494" y="981172"/>
                  <a:pt x="557385" y="981172"/>
                </a:cubicBezTo>
                <a:cubicBezTo>
                  <a:pt x="530275" y="981172"/>
                  <a:pt x="508298" y="959195"/>
                  <a:pt x="508298" y="932085"/>
                </a:cubicBezTo>
                <a:cubicBezTo>
                  <a:pt x="508298" y="904976"/>
                  <a:pt x="530275" y="882999"/>
                  <a:pt x="557385" y="882999"/>
                </a:cubicBezTo>
                <a:close/>
                <a:moveTo>
                  <a:pt x="387320" y="882999"/>
                </a:moveTo>
                <a:cubicBezTo>
                  <a:pt x="414430" y="882999"/>
                  <a:pt x="436407" y="904976"/>
                  <a:pt x="436407" y="932085"/>
                </a:cubicBezTo>
                <a:cubicBezTo>
                  <a:pt x="436407" y="959195"/>
                  <a:pt x="414430" y="981172"/>
                  <a:pt x="387320" y="981172"/>
                </a:cubicBezTo>
                <a:cubicBezTo>
                  <a:pt x="360211" y="981172"/>
                  <a:pt x="338234" y="959195"/>
                  <a:pt x="338234" y="932085"/>
                </a:cubicBezTo>
                <a:cubicBezTo>
                  <a:pt x="338234" y="904976"/>
                  <a:pt x="360211" y="882999"/>
                  <a:pt x="387320" y="882999"/>
                </a:cubicBezTo>
                <a:close/>
                <a:moveTo>
                  <a:pt x="219151" y="882999"/>
                </a:moveTo>
                <a:cubicBezTo>
                  <a:pt x="246260" y="882999"/>
                  <a:pt x="268237" y="904976"/>
                  <a:pt x="268237" y="932085"/>
                </a:cubicBezTo>
                <a:cubicBezTo>
                  <a:pt x="268237" y="959195"/>
                  <a:pt x="246260" y="981172"/>
                  <a:pt x="219151" y="981172"/>
                </a:cubicBezTo>
                <a:cubicBezTo>
                  <a:pt x="192041" y="981172"/>
                  <a:pt x="170064" y="959195"/>
                  <a:pt x="170064" y="932085"/>
                </a:cubicBezTo>
                <a:cubicBezTo>
                  <a:pt x="170064" y="904976"/>
                  <a:pt x="192041" y="882999"/>
                  <a:pt x="219151" y="882999"/>
                </a:cubicBezTo>
                <a:close/>
                <a:moveTo>
                  <a:pt x="49086" y="882999"/>
                </a:moveTo>
                <a:cubicBezTo>
                  <a:pt x="76196" y="882999"/>
                  <a:pt x="98173" y="904976"/>
                  <a:pt x="98173" y="932085"/>
                </a:cubicBezTo>
                <a:cubicBezTo>
                  <a:pt x="98173" y="959195"/>
                  <a:pt x="76196" y="981172"/>
                  <a:pt x="49086" y="981172"/>
                </a:cubicBezTo>
                <a:cubicBezTo>
                  <a:pt x="21977" y="981172"/>
                  <a:pt x="0" y="959195"/>
                  <a:pt x="0" y="932085"/>
                </a:cubicBezTo>
                <a:cubicBezTo>
                  <a:pt x="0" y="904976"/>
                  <a:pt x="21977" y="882999"/>
                  <a:pt x="49086" y="882999"/>
                </a:cubicBezTo>
                <a:close/>
                <a:moveTo>
                  <a:pt x="557385" y="706399"/>
                </a:moveTo>
                <a:cubicBezTo>
                  <a:pt x="584494" y="706399"/>
                  <a:pt x="606471" y="728376"/>
                  <a:pt x="606471" y="755486"/>
                </a:cubicBezTo>
                <a:cubicBezTo>
                  <a:pt x="606471" y="782595"/>
                  <a:pt x="584494" y="804572"/>
                  <a:pt x="557385" y="804572"/>
                </a:cubicBezTo>
                <a:cubicBezTo>
                  <a:pt x="530275" y="804572"/>
                  <a:pt x="508298" y="782595"/>
                  <a:pt x="508298" y="755486"/>
                </a:cubicBezTo>
                <a:cubicBezTo>
                  <a:pt x="508298" y="728376"/>
                  <a:pt x="530275" y="706399"/>
                  <a:pt x="557385" y="706399"/>
                </a:cubicBezTo>
                <a:close/>
                <a:moveTo>
                  <a:pt x="387320" y="706399"/>
                </a:moveTo>
                <a:cubicBezTo>
                  <a:pt x="414430" y="706399"/>
                  <a:pt x="436407" y="728376"/>
                  <a:pt x="436407" y="755486"/>
                </a:cubicBezTo>
                <a:cubicBezTo>
                  <a:pt x="436407" y="782595"/>
                  <a:pt x="414430" y="804572"/>
                  <a:pt x="387320" y="804572"/>
                </a:cubicBezTo>
                <a:cubicBezTo>
                  <a:pt x="360211" y="804572"/>
                  <a:pt x="338234" y="782595"/>
                  <a:pt x="338234" y="755486"/>
                </a:cubicBezTo>
                <a:cubicBezTo>
                  <a:pt x="338234" y="728376"/>
                  <a:pt x="360211" y="706399"/>
                  <a:pt x="387320" y="706399"/>
                </a:cubicBezTo>
                <a:close/>
                <a:moveTo>
                  <a:pt x="219151" y="706399"/>
                </a:moveTo>
                <a:cubicBezTo>
                  <a:pt x="246260" y="706399"/>
                  <a:pt x="268237" y="728376"/>
                  <a:pt x="268237" y="755486"/>
                </a:cubicBezTo>
                <a:cubicBezTo>
                  <a:pt x="268237" y="782595"/>
                  <a:pt x="246260" y="804572"/>
                  <a:pt x="219151" y="804572"/>
                </a:cubicBezTo>
                <a:cubicBezTo>
                  <a:pt x="192041" y="804572"/>
                  <a:pt x="170064" y="782595"/>
                  <a:pt x="170064" y="755486"/>
                </a:cubicBezTo>
                <a:cubicBezTo>
                  <a:pt x="170064" y="728376"/>
                  <a:pt x="192041" y="706399"/>
                  <a:pt x="219151" y="706399"/>
                </a:cubicBezTo>
                <a:close/>
                <a:moveTo>
                  <a:pt x="49086" y="706399"/>
                </a:moveTo>
                <a:cubicBezTo>
                  <a:pt x="76196" y="706399"/>
                  <a:pt x="98173" y="728376"/>
                  <a:pt x="98173" y="755486"/>
                </a:cubicBezTo>
                <a:cubicBezTo>
                  <a:pt x="98173" y="782595"/>
                  <a:pt x="76196" y="804572"/>
                  <a:pt x="49086" y="804572"/>
                </a:cubicBezTo>
                <a:cubicBezTo>
                  <a:pt x="21977" y="804572"/>
                  <a:pt x="0" y="782595"/>
                  <a:pt x="0" y="755486"/>
                </a:cubicBezTo>
                <a:cubicBezTo>
                  <a:pt x="0" y="728376"/>
                  <a:pt x="21977" y="706399"/>
                  <a:pt x="49086" y="706399"/>
                </a:cubicBezTo>
                <a:close/>
                <a:moveTo>
                  <a:pt x="557385" y="529799"/>
                </a:moveTo>
                <a:cubicBezTo>
                  <a:pt x="584494" y="529799"/>
                  <a:pt x="606471" y="551776"/>
                  <a:pt x="606471" y="578886"/>
                </a:cubicBezTo>
                <a:cubicBezTo>
                  <a:pt x="606471" y="605995"/>
                  <a:pt x="584494" y="627972"/>
                  <a:pt x="557385" y="627972"/>
                </a:cubicBezTo>
                <a:cubicBezTo>
                  <a:pt x="530275" y="627972"/>
                  <a:pt x="508298" y="605995"/>
                  <a:pt x="508298" y="578886"/>
                </a:cubicBezTo>
                <a:cubicBezTo>
                  <a:pt x="508298" y="551776"/>
                  <a:pt x="530275" y="529799"/>
                  <a:pt x="557385" y="529799"/>
                </a:cubicBezTo>
                <a:close/>
                <a:moveTo>
                  <a:pt x="387320" y="529799"/>
                </a:moveTo>
                <a:cubicBezTo>
                  <a:pt x="414430" y="529799"/>
                  <a:pt x="436407" y="551776"/>
                  <a:pt x="436407" y="578886"/>
                </a:cubicBezTo>
                <a:cubicBezTo>
                  <a:pt x="436407" y="605995"/>
                  <a:pt x="414430" y="627972"/>
                  <a:pt x="387320" y="627972"/>
                </a:cubicBezTo>
                <a:cubicBezTo>
                  <a:pt x="360211" y="627972"/>
                  <a:pt x="338234" y="605995"/>
                  <a:pt x="338234" y="578886"/>
                </a:cubicBezTo>
                <a:cubicBezTo>
                  <a:pt x="338234" y="551776"/>
                  <a:pt x="360211" y="529799"/>
                  <a:pt x="387320" y="529799"/>
                </a:cubicBezTo>
                <a:close/>
                <a:moveTo>
                  <a:pt x="219151" y="529799"/>
                </a:moveTo>
                <a:cubicBezTo>
                  <a:pt x="246260" y="529799"/>
                  <a:pt x="268237" y="551776"/>
                  <a:pt x="268237" y="578886"/>
                </a:cubicBezTo>
                <a:cubicBezTo>
                  <a:pt x="268237" y="605995"/>
                  <a:pt x="246260" y="627972"/>
                  <a:pt x="219151" y="627972"/>
                </a:cubicBezTo>
                <a:cubicBezTo>
                  <a:pt x="192041" y="627972"/>
                  <a:pt x="170064" y="605995"/>
                  <a:pt x="170064" y="578886"/>
                </a:cubicBezTo>
                <a:cubicBezTo>
                  <a:pt x="170064" y="551776"/>
                  <a:pt x="192041" y="529799"/>
                  <a:pt x="219151" y="529799"/>
                </a:cubicBezTo>
                <a:close/>
                <a:moveTo>
                  <a:pt x="49086" y="529799"/>
                </a:moveTo>
                <a:cubicBezTo>
                  <a:pt x="76196" y="529799"/>
                  <a:pt x="98173" y="551776"/>
                  <a:pt x="98173" y="578886"/>
                </a:cubicBezTo>
                <a:cubicBezTo>
                  <a:pt x="98173" y="605995"/>
                  <a:pt x="76196" y="627972"/>
                  <a:pt x="49086" y="627972"/>
                </a:cubicBezTo>
                <a:cubicBezTo>
                  <a:pt x="21977" y="627972"/>
                  <a:pt x="0" y="605995"/>
                  <a:pt x="0" y="578886"/>
                </a:cubicBezTo>
                <a:cubicBezTo>
                  <a:pt x="0" y="551776"/>
                  <a:pt x="21977" y="529799"/>
                  <a:pt x="49086" y="529799"/>
                </a:cubicBezTo>
                <a:close/>
                <a:moveTo>
                  <a:pt x="557385" y="353199"/>
                </a:moveTo>
                <a:cubicBezTo>
                  <a:pt x="584494" y="353199"/>
                  <a:pt x="606471" y="375176"/>
                  <a:pt x="606471" y="402286"/>
                </a:cubicBezTo>
                <a:cubicBezTo>
                  <a:pt x="606471" y="429396"/>
                  <a:pt x="584494" y="451372"/>
                  <a:pt x="557385" y="451372"/>
                </a:cubicBezTo>
                <a:cubicBezTo>
                  <a:pt x="530275" y="451372"/>
                  <a:pt x="508298" y="429396"/>
                  <a:pt x="508298" y="402286"/>
                </a:cubicBezTo>
                <a:cubicBezTo>
                  <a:pt x="508298" y="375176"/>
                  <a:pt x="530275" y="353199"/>
                  <a:pt x="557385" y="353199"/>
                </a:cubicBezTo>
                <a:close/>
                <a:moveTo>
                  <a:pt x="387320" y="353199"/>
                </a:moveTo>
                <a:cubicBezTo>
                  <a:pt x="414430" y="353199"/>
                  <a:pt x="436407" y="375176"/>
                  <a:pt x="436407" y="402286"/>
                </a:cubicBezTo>
                <a:cubicBezTo>
                  <a:pt x="436407" y="429396"/>
                  <a:pt x="414430" y="451372"/>
                  <a:pt x="387320" y="451372"/>
                </a:cubicBezTo>
                <a:cubicBezTo>
                  <a:pt x="360211" y="451372"/>
                  <a:pt x="338234" y="429396"/>
                  <a:pt x="338234" y="402286"/>
                </a:cubicBezTo>
                <a:cubicBezTo>
                  <a:pt x="338234" y="375176"/>
                  <a:pt x="360211" y="353199"/>
                  <a:pt x="387320" y="353199"/>
                </a:cubicBezTo>
                <a:close/>
                <a:moveTo>
                  <a:pt x="219151" y="353199"/>
                </a:moveTo>
                <a:cubicBezTo>
                  <a:pt x="246260" y="353199"/>
                  <a:pt x="268237" y="375176"/>
                  <a:pt x="268237" y="402286"/>
                </a:cubicBezTo>
                <a:cubicBezTo>
                  <a:pt x="268237" y="429396"/>
                  <a:pt x="246260" y="451372"/>
                  <a:pt x="219151" y="451372"/>
                </a:cubicBezTo>
                <a:cubicBezTo>
                  <a:pt x="192041" y="451372"/>
                  <a:pt x="170064" y="429396"/>
                  <a:pt x="170064" y="402286"/>
                </a:cubicBezTo>
                <a:cubicBezTo>
                  <a:pt x="170064" y="375176"/>
                  <a:pt x="192041" y="353199"/>
                  <a:pt x="219151" y="353199"/>
                </a:cubicBezTo>
                <a:close/>
                <a:moveTo>
                  <a:pt x="49086" y="353199"/>
                </a:moveTo>
                <a:cubicBezTo>
                  <a:pt x="76196" y="353199"/>
                  <a:pt x="98173" y="375176"/>
                  <a:pt x="98173" y="402286"/>
                </a:cubicBezTo>
                <a:cubicBezTo>
                  <a:pt x="98173" y="429396"/>
                  <a:pt x="76196" y="451372"/>
                  <a:pt x="49086" y="451372"/>
                </a:cubicBezTo>
                <a:cubicBezTo>
                  <a:pt x="21977" y="451372"/>
                  <a:pt x="0" y="429396"/>
                  <a:pt x="0" y="402286"/>
                </a:cubicBezTo>
                <a:cubicBezTo>
                  <a:pt x="0" y="375176"/>
                  <a:pt x="21977" y="353199"/>
                  <a:pt x="49086" y="353199"/>
                </a:cubicBezTo>
                <a:close/>
                <a:moveTo>
                  <a:pt x="557385" y="176600"/>
                </a:moveTo>
                <a:cubicBezTo>
                  <a:pt x="584495" y="176600"/>
                  <a:pt x="606471" y="198576"/>
                  <a:pt x="606471" y="225686"/>
                </a:cubicBezTo>
                <a:cubicBezTo>
                  <a:pt x="606471" y="252796"/>
                  <a:pt x="584494" y="274772"/>
                  <a:pt x="557385" y="274772"/>
                </a:cubicBezTo>
                <a:cubicBezTo>
                  <a:pt x="530275" y="274772"/>
                  <a:pt x="508298" y="252796"/>
                  <a:pt x="508298" y="225686"/>
                </a:cubicBezTo>
                <a:cubicBezTo>
                  <a:pt x="508298" y="198576"/>
                  <a:pt x="530275" y="176600"/>
                  <a:pt x="557385" y="176600"/>
                </a:cubicBezTo>
                <a:close/>
                <a:moveTo>
                  <a:pt x="387321" y="176600"/>
                </a:moveTo>
                <a:cubicBezTo>
                  <a:pt x="414430" y="176600"/>
                  <a:pt x="436407" y="198576"/>
                  <a:pt x="436407" y="225686"/>
                </a:cubicBezTo>
                <a:cubicBezTo>
                  <a:pt x="436407" y="252796"/>
                  <a:pt x="414430" y="274772"/>
                  <a:pt x="387320" y="274772"/>
                </a:cubicBezTo>
                <a:cubicBezTo>
                  <a:pt x="360211" y="274772"/>
                  <a:pt x="338234" y="252796"/>
                  <a:pt x="338234" y="225686"/>
                </a:cubicBezTo>
                <a:cubicBezTo>
                  <a:pt x="338234" y="198576"/>
                  <a:pt x="360211" y="176600"/>
                  <a:pt x="387321" y="176600"/>
                </a:cubicBezTo>
                <a:close/>
                <a:moveTo>
                  <a:pt x="219151" y="176600"/>
                </a:moveTo>
                <a:cubicBezTo>
                  <a:pt x="246261" y="176600"/>
                  <a:pt x="268237" y="198576"/>
                  <a:pt x="268237" y="225686"/>
                </a:cubicBezTo>
                <a:cubicBezTo>
                  <a:pt x="268237" y="252796"/>
                  <a:pt x="246260" y="274772"/>
                  <a:pt x="219151" y="274772"/>
                </a:cubicBezTo>
                <a:cubicBezTo>
                  <a:pt x="192041" y="274772"/>
                  <a:pt x="170064" y="252796"/>
                  <a:pt x="170064" y="225686"/>
                </a:cubicBezTo>
                <a:cubicBezTo>
                  <a:pt x="170064" y="198576"/>
                  <a:pt x="192041" y="176600"/>
                  <a:pt x="219151" y="176600"/>
                </a:cubicBezTo>
                <a:close/>
                <a:moveTo>
                  <a:pt x="49087" y="176600"/>
                </a:moveTo>
                <a:cubicBezTo>
                  <a:pt x="76196" y="176600"/>
                  <a:pt x="98173" y="198576"/>
                  <a:pt x="98173" y="225686"/>
                </a:cubicBezTo>
                <a:cubicBezTo>
                  <a:pt x="98173" y="252796"/>
                  <a:pt x="76196" y="274772"/>
                  <a:pt x="49086" y="274772"/>
                </a:cubicBezTo>
                <a:cubicBezTo>
                  <a:pt x="21977" y="274772"/>
                  <a:pt x="0" y="252796"/>
                  <a:pt x="0" y="225686"/>
                </a:cubicBezTo>
                <a:cubicBezTo>
                  <a:pt x="0" y="198576"/>
                  <a:pt x="21977" y="176600"/>
                  <a:pt x="49087" y="176600"/>
                </a:cubicBezTo>
                <a:close/>
                <a:moveTo>
                  <a:pt x="557385" y="0"/>
                </a:moveTo>
                <a:cubicBezTo>
                  <a:pt x="584495" y="0"/>
                  <a:pt x="606471" y="21977"/>
                  <a:pt x="606471" y="49086"/>
                </a:cubicBezTo>
                <a:cubicBezTo>
                  <a:pt x="606471" y="76196"/>
                  <a:pt x="584495" y="98173"/>
                  <a:pt x="557385" y="98173"/>
                </a:cubicBezTo>
                <a:cubicBezTo>
                  <a:pt x="530275" y="98173"/>
                  <a:pt x="508298" y="76196"/>
                  <a:pt x="508298" y="49086"/>
                </a:cubicBezTo>
                <a:cubicBezTo>
                  <a:pt x="508298" y="21977"/>
                  <a:pt x="530275" y="0"/>
                  <a:pt x="557385" y="0"/>
                </a:cubicBezTo>
                <a:close/>
                <a:moveTo>
                  <a:pt x="387321" y="0"/>
                </a:moveTo>
                <a:cubicBezTo>
                  <a:pt x="414430" y="0"/>
                  <a:pt x="436407" y="21977"/>
                  <a:pt x="436407" y="49086"/>
                </a:cubicBezTo>
                <a:cubicBezTo>
                  <a:pt x="436407" y="76196"/>
                  <a:pt x="414430" y="98173"/>
                  <a:pt x="387321" y="98173"/>
                </a:cubicBezTo>
                <a:cubicBezTo>
                  <a:pt x="360211" y="98173"/>
                  <a:pt x="338234" y="76196"/>
                  <a:pt x="338234" y="49086"/>
                </a:cubicBezTo>
                <a:cubicBezTo>
                  <a:pt x="338234" y="21977"/>
                  <a:pt x="360211" y="0"/>
                  <a:pt x="387321" y="0"/>
                </a:cubicBezTo>
                <a:close/>
                <a:moveTo>
                  <a:pt x="219151" y="0"/>
                </a:moveTo>
                <a:cubicBezTo>
                  <a:pt x="246261" y="0"/>
                  <a:pt x="268237" y="21977"/>
                  <a:pt x="268237" y="49086"/>
                </a:cubicBezTo>
                <a:cubicBezTo>
                  <a:pt x="268237" y="76196"/>
                  <a:pt x="246261" y="98173"/>
                  <a:pt x="219151" y="98173"/>
                </a:cubicBezTo>
                <a:cubicBezTo>
                  <a:pt x="192041" y="98173"/>
                  <a:pt x="170064" y="76196"/>
                  <a:pt x="170064" y="49086"/>
                </a:cubicBezTo>
                <a:cubicBezTo>
                  <a:pt x="170064" y="21977"/>
                  <a:pt x="192041" y="0"/>
                  <a:pt x="219151" y="0"/>
                </a:cubicBezTo>
                <a:close/>
                <a:moveTo>
                  <a:pt x="49087" y="0"/>
                </a:moveTo>
                <a:cubicBezTo>
                  <a:pt x="76196" y="0"/>
                  <a:pt x="98173" y="21977"/>
                  <a:pt x="98173" y="49086"/>
                </a:cubicBezTo>
                <a:cubicBezTo>
                  <a:pt x="98173" y="76196"/>
                  <a:pt x="76196" y="98173"/>
                  <a:pt x="49087" y="98173"/>
                </a:cubicBezTo>
                <a:cubicBezTo>
                  <a:pt x="21977" y="98173"/>
                  <a:pt x="0" y="76196"/>
                  <a:pt x="0" y="49086"/>
                </a:cubicBezTo>
                <a:cubicBezTo>
                  <a:pt x="0" y="21977"/>
                  <a:pt x="21977" y="0"/>
                  <a:pt x="49087" y="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72" name="标题 1"/>
          <p:cNvSpPr/>
          <p:nvPr/>
        </p:nvSpPr>
        <p:spPr>
          <a:xfrm>
            <a:off x="4089600" y="3066120"/>
            <a:ext cx="6374880" cy="1972080"/>
          </a:xfrm>
          <a:prstGeom prst="rect">
            <a:avLst/>
          </a:prstGeom>
          <a:noFill/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lang="en-US" sz="4800" b="0" strike="noStrike" spc="-1">
                <a:solidFill>
                  <a:srgbClr val="F6C90E"/>
                </a:solidFill>
                <a:latin typeface="OPPOSans B"/>
                <a:ea typeface="OPPOSans B"/>
              </a:rPr>
              <a:t>Personal Overview</a:t>
            </a:r>
            <a:endParaRPr lang="fr-FR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3" name="标题 1"/>
          <p:cNvSpPr/>
          <p:nvPr/>
        </p:nvSpPr>
        <p:spPr>
          <a:xfrm>
            <a:off x="4115160" y="1985040"/>
            <a:ext cx="2767680" cy="1107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lang="en-US" sz="6600" b="0" strike="noStrike" spc="-1">
                <a:solidFill>
                  <a:srgbClr val="262626"/>
                </a:solidFill>
                <a:latin typeface="OPPOSans B"/>
                <a:ea typeface="OPPOSans B"/>
              </a:rPr>
              <a:t>PART</a:t>
            </a:r>
            <a:endParaRPr lang="fr-FR" sz="6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74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-988920" y="1552320"/>
            <a:ext cx="6095520" cy="6095520"/>
          </a:xfrm>
          <a:prstGeom prst="rect">
            <a:avLst/>
          </a:prstGeom>
          <a:ln w="0">
            <a:noFill/>
          </a:ln>
        </p:spPr>
      </p:pic>
      <p:sp>
        <p:nvSpPr>
          <p:cNvPr id="175" name="标题 1"/>
          <p:cNvSpPr/>
          <p:nvPr/>
        </p:nvSpPr>
        <p:spPr>
          <a:xfrm>
            <a:off x="6803280" y="-676440"/>
            <a:ext cx="2940840" cy="3768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lang="en-US" sz="6600" b="0" strike="noStrike" spc="-1">
                <a:solidFill>
                  <a:srgbClr val="262626"/>
                </a:solidFill>
                <a:latin typeface="OPPOSans B"/>
                <a:ea typeface="OPPOSans B"/>
              </a:rPr>
              <a:t>01</a:t>
            </a:r>
            <a:endParaRPr lang="fr-FR" sz="6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6" name="标题 1"/>
          <p:cNvSpPr/>
          <p:nvPr/>
        </p:nvSpPr>
        <p:spPr>
          <a:xfrm rot="16200000" flipV="1">
            <a:off x="8112240" y="-460800"/>
            <a:ext cx="212760" cy="2265840"/>
          </a:xfrm>
          <a:custGeom>
            <a:avLst/>
            <a:gdLst>
              <a:gd name="textAreaLeft" fmla="*/ 0 w 212760"/>
              <a:gd name="textAreaRight" fmla="*/ 213120 w 212760"/>
              <a:gd name="textAreaTop" fmla="*/ 360 h 2265840"/>
              <a:gd name="textAreaBottom" fmla="*/ 2266560 h 2265840"/>
            </a:gdLst>
            <a:ahLst/>
            <a:cxnLst/>
            <a:rect l="textAreaLeft" t="textAreaTop" r="textAreaRight" b="textAreaBottom"/>
            <a:pathLst>
              <a:path w="213258" h="2266035">
                <a:moveTo>
                  <a:pt x="213258" y="162036"/>
                </a:moveTo>
                <a:lnTo>
                  <a:pt x="106629" y="0"/>
                </a:lnTo>
                <a:lnTo>
                  <a:pt x="0" y="162036"/>
                </a:lnTo>
                <a:close/>
                <a:moveTo>
                  <a:pt x="213258" y="462609"/>
                </a:moveTo>
                <a:lnTo>
                  <a:pt x="106629" y="300573"/>
                </a:lnTo>
                <a:lnTo>
                  <a:pt x="0" y="462609"/>
                </a:lnTo>
                <a:close/>
                <a:moveTo>
                  <a:pt x="213258" y="763180"/>
                </a:moveTo>
                <a:lnTo>
                  <a:pt x="106629" y="601144"/>
                </a:lnTo>
                <a:lnTo>
                  <a:pt x="0" y="763180"/>
                </a:lnTo>
                <a:close/>
                <a:moveTo>
                  <a:pt x="213258" y="1063751"/>
                </a:moveTo>
                <a:lnTo>
                  <a:pt x="106629" y="901715"/>
                </a:lnTo>
                <a:lnTo>
                  <a:pt x="0" y="1063751"/>
                </a:lnTo>
                <a:close/>
                <a:moveTo>
                  <a:pt x="213258" y="1364322"/>
                </a:moveTo>
                <a:lnTo>
                  <a:pt x="106629" y="1202286"/>
                </a:lnTo>
                <a:lnTo>
                  <a:pt x="0" y="1364322"/>
                </a:lnTo>
                <a:close/>
                <a:moveTo>
                  <a:pt x="213258" y="1664893"/>
                </a:moveTo>
                <a:lnTo>
                  <a:pt x="106629" y="1502857"/>
                </a:lnTo>
                <a:lnTo>
                  <a:pt x="0" y="1664893"/>
                </a:lnTo>
                <a:close/>
                <a:moveTo>
                  <a:pt x="213258" y="1965464"/>
                </a:moveTo>
                <a:lnTo>
                  <a:pt x="106629" y="1803428"/>
                </a:lnTo>
                <a:lnTo>
                  <a:pt x="0" y="1965464"/>
                </a:lnTo>
                <a:close/>
                <a:moveTo>
                  <a:pt x="213258" y="2266035"/>
                </a:moveTo>
                <a:lnTo>
                  <a:pt x="106629" y="2103999"/>
                </a:lnTo>
                <a:lnTo>
                  <a:pt x="0" y="2266035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标题 1"/>
          <p:cNvSpPr/>
          <p:nvPr/>
        </p:nvSpPr>
        <p:spPr>
          <a:xfrm>
            <a:off x="-1891665" y="3508375"/>
            <a:ext cx="13021945" cy="21209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78" name="标题 1"/>
          <p:cNvSpPr/>
          <p:nvPr/>
        </p:nvSpPr>
        <p:spPr>
          <a:xfrm rot="18900000">
            <a:off x="1829520" y="3380040"/>
            <a:ext cx="503640" cy="503640"/>
          </a:xfrm>
          <a:prstGeom prst="teardrop">
            <a:avLst>
              <a:gd name="adj" fmla="val 100000"/>
            </a:avLst>
          </a:prstGeom>
          <a:gradFill rotWithShape="0">
            <a:gsLst>
              <a:gs pos="6000">
                <a:srgbClr val="FADF6E"/>
              </a:gs>
              <a:gs pos="100000">
                <a:srgbClr val="F6C90E"/>
              </a:gs>
            </a:gsLst>
            <a:lin ang="0"/>
          </a:gradFill>
          <a:ln w="25400" cap="sq">
            <a:solidFill>
              <a:srgbClr val="FFFFFF"/>
            </a:solidFill>
            <a:miter/>
          </a:ln>
          <a:effectLst>
            <a:outerShdw blurRad="254160" dist="127080" dir="5400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endParaRPr lang="fr-FR" sz="2000" b="1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79" name="标题 1"/>
          <p:cNvSpPr/>
          <p:nvPr/>
        </p:nvSpPr>
        <p:spPr>
          <a:xfrm>
            <a:off x="653040" y="2515680"/>
            <a:ext cx="287964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b">
            <a:noAutofit/>
          </a:bodyPr>
          <a:p>
            <a:pPr algn="ctr">
              <a:lnSpc>
                <a:spcPct val="100000"/>
              </a:lnSpc>
            </a:pPr>
            <a:r>
              <a:rPr lang="en-US" sz="2800" b="1" strike="noStrike" spc="-1">
                <a:solidFill>
                  <a:srgbClr val="262626"/>
                </a:solidFill>
                <a:latin typeface="Source Han Sans"/>
                <a:ea typeface="Source Han Sans"/>
              </a:rPr>
              <a:t>Name: Zhang Xiaochuan</a:t>
            </a:r>
            <a:endParaRPr lang="en-US" sz="2800" b="1" strike="noStrike" spc="-1">
              <a:solidFill>
                <a:srgbClr val="262626"/>
              </a:solidFill>
              <a:latin typeface="Source Han Sans"/>
              <a:ea typeface="Source Han Sans"/>
            </a:endParaRPr>
          </a:p>
          <a:p>
            <a:pPr algn="ctr">
              <a:lnSpc>
                <a:spcPct val="100000"/>
              </a:lnSpc>
            </a:pPr>
            <a:r>
              <a:rPr lang="en-US" sz="2800" b="1" strike="noStrike" spc="-1">
                <a:solidFill>
                  <a:srgbClr val="262626"/>
                </a:solidFill>
                <a:latin typeface="Source Han Sans"/>
                <a:ea typeface="Source Han Sans"/>
              </a:rPr>
              <a:t>CHRIS</a:t>
            </a:r>
            <a:endParaRPr lang="en-US" sz="2800" b="1" strike="noStrike" spc="-1">
              <a:solidFill>
                <a:srgbClr val="262626"/>
              </a:solidFill>
              <a:latin typeface="Source Han Sans"/>
              <a:ea typeface="Source Han Sans"/>
            </a:endParaRPr>
          </a:p>
          <a:p>
            <a:pPr algn="ctr">
              <a:lnSpc>
                <a:spcPct val="100000"/>
              </a:lnSpc>
            </a:pPr>
            <a:endParaRPr lang="en-US" sz="2800" b="1" strike="noStrike" spc="-1">
              <a:solidFill>
                <a:srgbClr val="262626"/>
              </a:solidFill>
              <a:latin typeface="Source Han Sans"/>
              <a:ea typeface="Source Han Sans"/>
            </a:endParaRPr>
          </a:p>
        </p:txBody>
      </p:sp>
      <p:sp>
        <p:nvSpPr>
          <p:cNvPr id="180" name="标题 1"/>
          <p:cNvSpPr/>
          <p:nvPr/>
        </p:nvSpPr>
        <p:spPr>
          <a:xfrm>
            <a:off x="1881720" y="3485520"/>
            <a:ext cx="406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OPPOSans H"/>
                <a:ea typeface="OPPOSans H"/>
              </a:rPr>
              <a:t>01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1" name="标题 1"/>
          <p:cNvSpPr/>
          <p:nvPr/>
        </p:nvSpPr>
        <p:spPr>
          <a:xfrm rot="8100000">
            <a:off x="3433320" y="3380040"/>
            <a:ext cx="503640" cy="503640"/>
          </a:xfrm>
          <a:prstGeom prst="teardrop">
            <a:avLst>
              <a:gd name="adj" fmla="val 100000"/>
            </a:avLst>
          </a:prstGeom>
          <a:gradFill rotWithShape="0">
            <a:gsLst>
              <a:gs pos="6000">
                <a:srgbClr val="FADF6E"/>
              </a:gs>
              <a:gs pos="100000">
                <a:srgbClr val="F6C90E"/>
              </a:gs>
            </a:gsLst>
            <a:lin ang="10800000"/>
          </a:gradFill>
          <a:ln w="25400" cap="sq">
            <a:solidFill>
              <a:srgbClr val="FFFFFF"/>
            </a:solidFill>
            <a:miter/>
          </a:ln>
          <a:effectLst>
            <a:outerShdw blurRad="254160" dist="127080" dir="5400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endParaRPr lang="fr-FR" sz="2000" b="1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83" name="标题 1"/>
          <p:cNvSpPr/>
          <p:nvPr/>
        </p:nvSpPr>
        <p:spPr>
          <a:xfrm>
            <a:off x="3484800" y="3485520"/>
            <a:ext cx="406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OPPOSans H"/>
                <a:ea typeface="OPPOSans H"/>
              </a:rPr>
              <a:t>02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4" name="标题 1"/>
          <p:cNvSpPr/>
          <p:nvPr/>
        </p:nvSpPr>
        <p:spPr>
          <a:xfrm rot="18900000">
            <a:off x="5035680" y="3380040"/>
            <a:ext cx="503640" cy="503640"/>
          </a:xfrm>
          <a:prstGeom prst="teardrop">
            <a:avLst>
              <a:gd name="adj" fmla="val 100000"/>
            </a:avLst>
          </a:prstGeom>
          <a:gradFill rotWithShape="0">
            <a:gsLst>
              <a:gs pos="6000">
                <a:srgbClr val="FADF6E"/>
              </a:gs>
              <a:gs pos="100000">
                <a:srgbClr val="F6C90E"/>
              </a:gs>
            </a:gsLst>
            <a:lin ang="0"/>
          </a:gradFill>
          <a:ln w="25400" cap="sq">
            <a:solidFill>
              <a:srgbClr val="FFFFFF"/>
            </a:solidFill>
            <a:miter/>
          </a:ln>
          <a:effectLst>
            <a:outerShdw blurRad="254160" dist="127080" dir="5400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endParaRPr lang="fr-FR" sz="2000" b="1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85" name="标题 1"/>
          <p:cNvSpPr/>
          <p:nvPr/>
        </p:nvSpPr>
        <p:spPr>
          <a:xfrm>
            <a:off x="2567305" y="4004945"/>
            <a:ext cx="2621280" cy="183197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b">
            <a:noAutofit/>
          </a:bodyPr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sz="2000" b="1" strike="noStrike" spc="-1">
                <a:solidFill>
                  <a:srgbClr val="262626"/>
                </a:solidFill>
                <a:latin typeface="Source Han Sans"/>
                <a:ea typeface="Source Han Sans"/>
              </a:rPr>
              <a:t>Content Creation</a:t>
            </a:r>
            <a:endParaRPr lang="en-US" sz="2000" b="1" strike="noStrike" spc="-1">
              <a:solidFill>
                <a:srgbClr val="262626"/>
              </a:solidFill>
              <a:latin typeface="Source Han Sans"/>
              <a:ea typeface="Source Han Sans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sz="2000" b="1" strike="noStrike" spc="-1">
                <a:solidFill>
                  <a:srgbClr val="262626"/>
                </a:solidFill>
                <a:latin typeface="Source Han Sans"/>
                <a:ea typeface="Source Han Sans"/>
              </a:rPr>
              <a:t>Digital Analytics</a:t>
            </a:r>
            <a:endParaRPr lang="en-US" sz="2000" b="1" strike="noStrike" spc="-1">
              <a:solidFill>
                <a:srgbClr val="262626"/>
              </a:solidFill>
              <a:latin typeface="Source Han Sans"/>
              <a:ea typeface="Source Han Sans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sz="2000" b="1" strike="noStrike" spc="-1">
                <a:solidFill>
                  <a:srgbClr val="262626"/>
                </a:solidFill>
                <a:latin typeface="Source Han Sans"/>
                <a:ea typeface="Source Han Sans"/>
              </a:rPr>
              <a:t>Event Management</a:t>
            </a:r>
            <a:endParaRPr lang="en-US" sz="2000" b="1" strike="noStrike" spc="-1">
              <a:solidFill>
                <a:srgbClr val="262626"/>
              </a:solidFill>
              <a:latin typeface="Source Han Sans"/>
              <a:ea typeface="Source Han Sans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sz="2000" b="1" strike="noStrike" spc="-1">
                <a:solidFill>
                  <a:srgbClr val="262626"/>
                </a:solidFill>
                <a:latin typeface="Source Han Sans"/>
                <a:ea typeface="Source Han Sans"/>
              </a:rPr>
              <a:t>Brand Management</a:t>
            </a:r>
            <a:endParaRPr lang="en-US" sz="2000" b="1" strike="noStrike" spc="-1">
              <a:solidFill>
                <a:srgbClr val="262626"/>
              </a:solidFill>
              <a:latin typeface="Source Han Sans"/>
              <a:ea typeface="Source Han Sans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sz="2000" b="1" strike="noStrike" spc="-1">
                <a:solidFill>
                  <a:srgbClr val="262626"/>
                </a:solidFill>
                <a:latin typeface="Source Han Sans"/>
                <a:ea typeface="Source Han Sans"/>
              </a:rPr>
              <a:t>Media</a:t>
            </a:r>
            <a:endParaRPr lang="en-US" sz="2000" b="1" strike="noStrike" spc="-1">
              <a:solidFill>
                <a:srgbClr val="262626"/>
              </a:solidFill>
              <a:latin typeface="Source Han Sans"/>
              <a:ea typeface="Source Han Sans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sz="2000" b="1" strike="noStrike" spc="-1">
                <a:solidFill>
                  <a:srgbClr val="262626"/>
                </a:solidFill>
                <a:latin typeface="Source Han Sans"/>
                <a:ea typeface="Source Han Sans"/>
              </a:rPr>
              <a:t>Internal Communications</a:t>
            </a:r>
            <a:endParaRPr lang="en-US" sz="2000" b="1" strike="noStrike" spc="-1">
              <a:solidFill>
                <a:srgbClr val="262626"/>
              </a:solidFill>
              <a:latin typeface="Source Han Sans"/>
              <a:ea typeface="Source Han Sans"/>
            </a:endParaRPr>
          </a:p>
        </p:txBody>
      </p:sp>
      <p:sp>
        <p:nvSpPr>
          <p:cNvPr id="186" name="标题 1"/>
          <p:cNvSpPr/>
          <p:nvPr/>
        </p:nvSpPr>
        <p:spPr>
          <a:xfrm>
            <a:off x="5087880" y="3485520"/>
            <a:ext cx="406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OPPOSans H"/>
                <a:ea typeface="OPPOSans H"/>
              </a:rPr>
              <a:t>03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7" name="标题 1"/>
          <p:cNvSpPr/>
          <p:nvPr/>
        </p:nvSpPr>
        <p:spPr>
          <a:xfrm rot="8100000">
            <a:off x="6639480" y="3380040"/>
            <a:ext cx="503640" cy="503640"/>
          </a:xfrm>
          <a:prstGeom prst="teardrop">
            <a:avLst>
              <a:gd name="adj" fmla="val 100000"/>
            </a:avLst>
          </a:prstGeom>
          <a:gradFill rotWithShape="0">
            <a:gsLst>
              <a:gs pos="6000">
                <a:srgbClr val="FADF6E"/>
              </a:gs>
              <a:gs pos="100000">
                <a:srgbClr val="F6C90E"/>
              </a:gs>
            </a:gsLst>
            <a:lin ang="10800000"/>
          </a:gradFill>
          <a:ln w="25400" cap="sq">
            <a:solidFill>
              <a:srgbClr val="FFFFFF"/>
            </a:solidFill>
            <a:miter/>
          </a:ln>
          <a:effectLst>
            <a:outerShdw blurRad="254160" dist="127080" dir="5400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endParaRPr lang="fr-FR" sz="2000" b="1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88" name="标题 1"/>
          <p:cNvSpPr/>
          <p:nvPr/>
        </p:nvSpPr>
        <p:spPr>
          <a:xfrm>
            <a:off x="6690960" y="3485520"/>
            <a:ext cx="406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OPPOSans H"/>
                <a:ea typeface="OPPOSans H"/>
              </a:rPr>
              <a:t>04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9" name="标题 1"/>
          <p:cNvSpPr/>
          <p:nvPr/>
        </p:nvSpPr>
        <p:spPr>
          <a:xfrm rot="18900000">
            <a:off x="8241840" y="3380040"/>
            <a:ext cx="503640" cy="503640"/>
          </a:xfrm>
          <a:prstGeom prst="teardrop">
            <a:avLst>
              <a:gd name="adj" fmla="val 100000"/>
            </a:avLst>
          </a:prstGeom>
          <a:gradFill rotWithShape="0">
            <a:gsLst>
              <a:gs pos="6000">
                <a:srgbClr val="FADF6E"/>
              </a:gs>
              <a:gs pos="100000">
                <a:srgbClr val="F6C90E"/>
              </a:gs>
            </a:gsLst>
            <a:lin ang="0"/>
          </a:gradFill>
          <a:ln w="25400" cap="sq">
            <a:solidFill>
              <a:srgbClr val="FFFFFF"/>
            </a:solidFill>
            <a:miter/>
          </a:ln>
          <a:effectLst>
            <a:outerShdw blurRad="254160" dist="127080" dir="5400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endParaRPr lang="fr-FR" sz="2000" b="1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90" name="标题 1"/>
          <p:cNvSpPr/>
          <p:nvPr/>
        </p:nvSpPr>
        <p:spPr>
          <a:xfrm>
            <a:off x="5499000" y="3349080"/>
            <a:ext cx="2638440" cy="1502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b">
            <a:noAutofit/>
          </a:bodyPr>
          <a:p>
            <a:pPr algn="ctr">
              <a:lnSpc>
                <a:spcPct val="100000"/>
              </a:lnSpc>
            </a:pPr>
            <a:r>
              <a:rPr lang="en-US" sz="1600" b="1" strike="noStrike" spc="-1">
                <a:solidFill>
                  <a:srgbClr val="262626"/>
                </a:solidFill>
                <a:latin typeface="Source Han Sans"/>
                <a:ea typeface="Source Han Sans"/>
              </a:rPr>
              <a:t>Hobbies: Cooking, exploring diverse culinary scenes, and nature travel.</a:t>
            </a:r>
            <a:endParaRPr lang="fr-FR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1" name="标题 1"/>
          <p:cNvSpPr/>
          <p:nvPr/>
        </p:nvSpPr>
        <p:spPr>
          <a:xfrm>
            <a:off x="8294040" y="3485520"/>
            <a:ext cx="40608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OPPOSans H"/>
                <a:ea typeface="OPPOSans H"/>
              </a:rPr>
              <a:t>05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2" name="标题 1"/>
          <p:cNvSpPr/>
          <p:nvPr/>
        </p:nvSpPr>
        <p:spPr>
          <a:xfrm>
            <a:off x="2245020" y="260300"/>
            <a:ext cx="10439640" cy="87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262626"/>
                </a:solidFill>
                <a:latin typeface="Source Han Sans"/>
                <a:ea typeface="Source Han Sans"/>
              </a:rPr>
              <a:t>A brief statement: </a:t>
            </a:r>
            <a:endParaRPr lang="fr-FR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262626"/>
                </a:solidFill>
                <a:latin typeface="Source Han Sans"/>
                <a:ea typeface="Source Han Sans"/>
              </a:rPr>
              <a:t>"I believe that good food is the bridge that connects hearts and cultures."</a:t>
            </a:r>
            <a:endParaRPr lang="fr-FR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3" name="标题 1"/>
          <p:cNvSpPr/>
          <p:nvPr/>
        </p:nvSpPr>
        <p:spPr>
          <a:xfrm>
            <a:off x="900000" y="392400"/>
            <a:ext cx="1061856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262626"/>
                </a:solidFill>
                <a:latin typeface="Source Han Sans CN Bold"/>
                <a:ea typeface="Source Han Sans CN Bold"/>
              </a:rPr>
              <a:t>About Me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4" name="标题 1"/>
          <p:cNvSpPr/>
          <p:nvPr/>
        </p:nvSpPr>
        <p:spPr>
          <a:xfrm rot="16200000">
            <a:off x="433440" y="446760"/>
            <a:ext cx="359640" cy="359640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95" name="标题 1"/>
          <p:cNvSpPr/>
          <p:nvPr/>
        </p:nvSpPr>
        <p:spPr>
          <a:xfrm rot="16200000">
            <a:off x="293040" y="446760"/>
            <a:ext cx="359640" cy="359640"/>
          </a:xfrm>
          <a:prstGeom prst="diamond">
            <a:avLst/>
          </a:prstGeom>
          <a:solidFill>
            <a:schemeClr val="bg1"/>
          </a:solidFill>
          <a:ln w="12700" cap="sq">
            <a:solidFill>
              <a:srgbClr val="F6C90E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4655820" y="2803525"/>
            <a:ext cx="1306195" cy="39941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4655820" y="2230120"/>
            <a:ext cx="1306830" cy="50038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4655820" y="1615440"/>
            <a:ext cx="1306830" cy="5562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951855" y="1709420"/>
            <a:ext cx="1326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2002-2024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951855" y="2256155"/>
            <a:ext cx="2008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2024/09-2025/01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023610" y="2828290"/>
            <a:ext cx="1718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2025/01-NOW</a:t>
            </a:r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8293735" y="1767840"/>
            <a:ext cx="1062990" cy="97091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058785" y="2823210"/>
            <a:ext cx="1421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2020-2024</a:t>
            </a:r>
            <a:endParaRPr lang="en-US"/>
          </a:p>
        </p:txBody>
      </p:sp>
      <p:pic>
        <p:nvPicPr>
          <p:cNvPr id="10" name="Picture 9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885" y="1805305"/>
            <a:ext cx="996315" cy="107251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96450" y="3932555"/>
            <a:ext cx="2343150" cy="114300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9480550" y="2953385"/>
            <a:ext cx="2073275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ym typeface="+mn-ea"/>
              </a:rPr>
              <a:t>2024/09-2025/01</a:t>
            </a:r>
            <a:endParaRPr lang="en-US"/>
          </a:p>
          <a:p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9785350" y="5012690"/>
            <a:ext cx="1463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2025-2027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7943850" y="1235710"/>
            <a:ext cx="2077085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ea typeface="SimSun" panose="02010600030101010101" pitchFamily="2" charset="-122"/>
              </a:rPr>
              <a:t>MANAGEMENT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9912350" y="1196340"/>
            <a:ext cx="1670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MARKETING</a:t>
            </a:r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8058785" y="55759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MANAGEMENT AND ECOMONOIC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标题 1"/>
          <p:cNvSpPr/>
          <p:nvPr/>
        </p:nvSpPr>
        <p:spPr>
          <a:xfrm>
            <a:off x="-1824765" y="3356435"/>
            <a:ext cx="10439640" cy="1911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85" name="标题 1"/>
          <p:cNvSpPr/>
          <p:nvPr/>
        </p:nvSpPr>
        <p:spPr>
          <a:xfrm>
            <a:off x="2567305" y="4004945"/>
            <a:ext cx="2621280" cy="183197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b">
            <a:noAutofit/>
          </a:bodyPr>
          <a:p>
            <a:pPr algn="l">
              <a:lnSpc>
                <a:spcPct val="100000"/>
              </a:lnSpc>
              <a:buClrTx/>
              <a:buSzTx/>
              <a:buNone/>
            </a:pPr>
            <a:endParaRPr lang="en-US" sz="2000" b="1" strike="noStrike" spc="-1">
              <a:solidFill>
                <a:srgbClr val="262626"/>
              </a:solidFill>
              <a:latin typeface="Source Han Sans"/>
              <a:ea typeface="Source Han Sans"/>
            </a:endParaRPr>
          </a:p>
        </p:txBody>
      </p:sp>
      <p:sp>
        <p:nvSpPr>
          <p:cNvPr id="192" name="标题 1"/>
          <p:cNvSpPr/>
          <p:nvPr/>
        </p:nvSpPr>
        <p:spPr>
          <a:xfrm>
            <a:off x="623865" y="980390"/>
            <a:ext cx="10439640" cy="87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endParaRPr lang="en-US" altLang="fr-FR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3" name="标题 1"/>
          <p:cNvSpPr/>
          <p:nvPr/>
        </p:nvSpPr>
        <p:spPr>
          <a:xfrm>
            <a:off x="900000" y="392400"/>
            <a:ext cx="1061856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262626"/>
                </a:solidFill>
                <a:latin typeface="Source Han Sans CN Bold"/>
                <a:ea typeface="Source Han Sans CN Bold"/>
              </a:rPr>
              <a:t>MY WORK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4" name="标题 1"/>
          <p:cNvSpPr/>
          <p:nvPr/>
        </p:nvSpPr>
        <p:spPr>
          <a:xfrm rot="16200000">
            <a:off x="433440" y="446760"/>
            <a:ext cx="359640" cy="359640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95" name="标题 1"/>
          <p:cNvSpPr/>
          <p:nvPr/>
        </p:nvSpPr>
        <p:spPr>
          <a:xfrm rot="16200000">
            <a:off x="293040" y="446760"/>
            <a:ext cx="359640" cy="359640"/>
          </a:xfrm>
          <a:prstGeom prst="diamond">
            <a:avLst/>
          </a:prstGeom>
          <a:solidFill>
            <a:schemeClr val="bg1"/>
          </a:solidFill>
          <a:ln w="12700" cap="sq">
            <a:solidFill>
              <a:srgbClr val="F6C90E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48005" y="878205"/>
            <a:ext cx="4450080" cy="2319020"/>
            <a:chOff x="805" y="1457"/>
            <a:chExt cx="17968" cy="8725"/>
          </a:xfrm>
        </p:grpSpPr>
        <p:pic>
          <p:nvPicPr>
            <p:cNvPr id="8" name="Image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215" y="2384"/>
              <a:ext cx="4831" cy="6834"/>
            </a:xfrm>
            <a:prstGeom prst="rect">
              <a:avLst/>
            </a:prstGeom>
          </p:spPr>
        </p:pic>
        <p:pic>
          <p:nvPicPr>
            <p:cNvPr id="9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5" y="1946"/>
              <a:ext cx="5823" cy="8237"/>
            </a:xfrm>
            <a:prstGeom prst="rect">
              <a:avLst/>
            </a:prstGeom>
          </p:spPr>
        </p:pic>
        <p:pic>
          <p:nvPicPr>
            <p:cNvPr id="10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33" y="1457"/>
              <a:ext cx="6141" cy="8687"/>
            </a:xfrm>
            <a:prstGeom prst="rect">
              <a:avLst/>
            </a:prstGeom>
          </p:spPr>
        </p:pic>
      </p:grpSp>
      <p:sp>
        <p:nvSpPr>
          <p:cNvPr id="14" name="Text Box 13"/>
          <p:cNvSpPr txBox="1"/>
          <p:nvPr/>
        </p:nvSpPr>
        <p:spPr>
          <a:xfrm>
            <a:off x="4439920" y="256540"/>
            <a:ext cx="7649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/>
              <a:t>Creation  Communication</a:t>
            </a:r>
            <a:endParaRPr lang="en-US" sz="3600" b="1"/>
          </a:p>
        </p:txBody>
      </p:sp>
      <p:sp>
        <p:nvSpPr>
          <p:cNvPr id="15" name="Text Box 14"/>
          <p:cNvSpPr txBox="1"/>
          <p:nvPr/>
        </p:nvSpPr>
        <p:spPr>
          <a:xfrm>
            <a:off x="5375910" y="1898015"/>
            <a:ext cx="5083175" cy="909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fr-FR" b="1">
                <a:sym typeface="+mn-ea"/>
              </a:rPr>
              <a:t>Certificat de prix pour la publicit</a:t>
            </a:r>
            <a:r>
              <a:rPr lang="en-US" altLang="en-US" b="1">
                <a:sym typeface="+mn-ea"/>
              </a:rPr>
              <a:t>é</a:t>
            </a:r>
            <a:r>
              <a:rPr lang="en-US" altLang="fr-FR" b="1">
                <a:sym typeface="+mn-ea"/>
              </a:rPr>
              <a:t> commerciale</a:t>
            </a:r>
            <a:endParaRPr lang="en-US" altLang="fr-FR" b="1"/>
          </a:p>
          <a:p>
            <a:r>
              <a:rPr lang="en-US" altLang="fr-FR">
                <a:sym typeface="+mn-ea"/>
              </a:rPr>
              <a:t>Commercial Advertising Award Certificate</a:t>
            </a:r>
            <a:endParaRPr lang="en-US" altLang="fr-FR"/>
          </a:p>
          <a:p>
            <a:endParaRPr lang="en-US" altLang="fr-FR"/>
          </a:p>
        </p:txBody>
      </p:sp>
      <p:sp>
        <p:nvSpPr>
          <p:cNvPr id="16" name="Text Box 15"/>
          <p:cNvSpPr txBox="1"/>
          <p:nvPr/>
        </p:nvSpPr>
        <p:spPr>
          <a:xfrm>
            <a:off x="652780" y="4044950"/>
            <a:ext cx="446024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fr-FR" b="1">
                <a:sym typeface="+mn-ea"/>
              </a:rPr>
              <a:t>Certificat de stage au Bureau des </a:t>
            </a:r>
            <a:r>
              <a:rPr lang="en-US" altLang="en-US" b="1">
                <a:sym typeface="+mn-ea"/>
              </a:rPr>
              <a:t>é</a:t>
            </a:r>
            <a:r>
              <a:rPr lang="en-US" altLang="fr-FR" b="1">
                <a:sym typeface="+mn-ea"/>
              </a:rPr>
              <a:t>changes internationaux et de la coop</a:t>
            </a:r>
            <a:r>
              <a:rPr lang="en-US" altLang="en-US" b="1">
                <a:sym typeface="+mn-ea"/>
              </a:rPr>
              <a:t>é</a:t>
            </a:r>
            <a:r>
              <a:rPr lang="en-US" altLang="fr-FR" b="1">
                <a:sym typeface="+mn-ea"/>
              </a:rPr>
              <a:t>ration</a:t>
            </a:r>
            <a:endParaRPr lang="en-US" altLang="fr-FR" b="1"/>
          </a:p>
          <a:p>
            <a:pPr algn="just"/>
            <a:r>
              <a:rPr lang="en-US" altLang="fr-FR">
                <a:sym typeface="+mn-ea"/>
              </a:rPr>
              <a:t>Internship Certificate from the International Exchange and Cooperation Office</a:t>
            </a:r>
            <a:endParaRPr lang="en-US" altLang="fr-FR">
              <a:sym typeface="+mn-ea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986145" y="3732530"/>
            <a:ext cx="5455285" cy="2475865"/>
            <a:chOff x="939" y="3267"/>
            <a:chExt cx="17319" cy="5860"/>
          </a:xfrm>
        </p:grpSpPr>
        <p:pic>
          <p:nvPicPr>
            <p:cNvPr id="18" name="Image 6" descr="0a6e963f12f14ba69f0949c438cf66d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939" y="3267"/>
              <a:ext cx="7782" cy="5860"/>
            </a:xfrm>
            <a:prstGeom prst="rect">
              <a:avLst/>
            </a:prstGeom>
          </p:spPr>
        </p:pic>
        <p:pic>
          <p:nvPicPr>
            <p:cNvPr id="19" name="Image 1" descr="10363943660a9ab9fd7ce0daab0bbb8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9096" y="3619"/>
              <a:ext cx="9162" cy="5155"/>
            </a:xfrm>
            <a:prstGeom prst="rect">
              <a:avLst/>
            </a:prstGeom>
          </p:spPr>
        </p:pic>
      </p:grpSp>
      <p:sp>
        <p:nvSpPr>
          <p:cNvPr id="21" name="标题 1"/>
          <p:cNvSpPr/>
          <p:nvPr/>
        </p:nvSpPr>
        <p:spPr>
          <a:xfrm>
            <a:off x="4300445" y="6319345"/>
            <a:ext cx="10439640" cy="1911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标题 1"/>
          <p:cNvSpPr/>
          <p:nvPr/>
        </p:nvSpPr>
        <p:spPr>
          <a:xfrm>
            <a:off x="623795" y="6525085"/>
            <a:ext cx="10439640" cy="1911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85" name="标题 1"/>
          <p:cNvSpPr/>
          <p:nvPr/>
        </p:nvSpPr>
        <p:spPr>
          <a:xfrm>
            <a:off x="2567305" y="4004945"/>
            <a:ext cx="2621280" cy="183197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b">
            <a:noAutofit/>
          </a:bodyPr>
          <a:p>
            <a:pPr algn="l">
              <a:lnSpc>
                <a:spcPct val="100000"/>
              </a:lnSpc>
              <a:buClrTx/>
              <a:buSzTx/>
              <a:buNone/>
            </a:pPr>
            <a:endParaRPr lang="en-US" sz="2000" b="1" strike="noStrike" spc="-1">
              <a:solidFill>
                <a:srgbClr val="262626"/>
              </a:solidFill>
              <a:latin typeface="Source Han Sans"/>
              <a:ea typeface="Source Han Sans"/>
            </a:endParaRPr>
          </a:p>
        </p:txBody>
      </p:sp>
      <p:sp>
        <p:nvSpPr>
          <p:cNvPr id="192" name="标题 1"/>
          <p:cNvSpPr/>
          <p:nvPr/>
        </p:nvSpPr>
        <p:spPr>
          <a:xfrm>
            <a:off x="623865" y="980390"/>
            <a:ext cx="10439640" cy="876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endParaRPr lang="en-US" altLang="fr-FR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3" name="标题 1"/>
          <p:cNvSpPr/>
          <p:nvPr/>
        </p:nvSpPr>
        <p:spPr>
          <a:xfrm>
            <a:off x="900000" y="392400"/>
            <a:ext cx="1061856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262626"/>
                </a:solidFill>
                <a:latin typeface="Source Han Sans CN Bold"/>
                <a:ea typeface="Source Han Sans CN Bold"/>
              </a:rPr>
              <a:t>MY WORK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4" name="标题 1"/>
          <p:cNvSpPr/>
          <p:nvPr/>
        </p:nvSpPr>
        <p:spPr>
          <a:xfrm rot="16200000">
            <a:off x="433440" y="446760"/>
            <a:ext cx="359640" cy="359640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95" name="标题 1"/>
          <p:cNvSpPr/>
          <p:nvPr/>
        </p:nvSpPr>
        <p:spPr>
          <a:xfrm rot="16200000">
            <a:off x="293040" y="446760"/>
            <a:ext cx="359640" cy="359640"/>
          </a:xfrm>
          <a:prstGeom prst="diamond">
            <a:avLst/>
          </a:prstGeom>
          <a:solidFill>
            <a:schemeClr val="bg1"/>
          </a:solidFill>
          <a:ln w="12700" cap="sq">
            <a:solidFill>
              <a:srgbClr val="F6C90E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2639695" y="179705"/>
            <a:ext cx="7649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/>
              <a:t>Creation  Communication</a:t>
            </a:r>
            <a:endParaRPr lang="en-US" sz="3600" b="1"/>
          </a:p>
        </p:txBody>
      </p:sp>
      <p:sp>
        <p:nvSpPr>
          <p:cNvPr id="21" name="标题 1"/>
          <p:cNvSpPr/>
          <p:nvPr/>
        </p:nvSpPr>
        <p:spPr>
          <a:xfrm>
            <a:off x="793340" y="878665"/>
            <a:ext cx="10439640" cy="1911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" y="1052830"/>
            <a:ext cx="3717290" cy="5169535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3791585" y="4580890"/>
            <a:ext cx="3889375" cy="295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en-US" sz="120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585" y="1341120"/>
            <a:ext cx="4445635" cy="232346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615" y="1268730"/>
            <a:ext cx="3477895" cy="411035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975" y="3789045"/>
            <a:ext cx="3673475" cy="2164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标题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197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2164680" y="5491080"/>
            <a:ext cx="6053400" cy="2608920"/>
          </a:xfrm>
          <a:prstGeom prst="rect">
            <a:avLst/>
          </a:prstGeom>
          <a:ln w="0">
            <a:noFill/>
          </a:ln>
        </p:spPr>
      </p:pic>
      <p:sp>
        <p:nvSpPr>
          <p:cNvPr id="198" name="标题 1"/>
          <p:cNvSpPr/>
          <p:nvPr/>
        </p:nvSpPr>
        <p:spPr>
          <a:xfrm>
            <a:off x="0" y="1391760"/>
            <a:ext cx="12191760" cy="3679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199" name="标题 1"/>
          <p:cNvSpPr/>
          <p:nvPr/>
        </p:nvSpPr>
        <p:spPr>
          <a:xfrm>
            <a:off x="0" y="1287360"/>
            <a:ext cx="6882840" cy="40608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00" name="标题 1"/>
          <p:cNvSpPr/>
          <p:nvPr/>
        </p:nvSpPr>
        <p:spPr>
          <a:xfrm>
            <a:off x="6809400" y="1287360"/>
            <a:ext cx="6882840" cy="40608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01" name="标题 1"/>
          <p:cNvSpPr/>
          <p:nvPr/>
        </p:nvSpPr>
        <p:spPr>
          <a:xfrm>
            <a:off x="144720" y="1380600"/>
            <a:ext cx="13402440" cy="219960"/>
          </a:xfrm>
          <a:custGeom>
            <a:avLst/>
            <a:gdLst>
              <a:gd name="textAreaLeft" fmla="*/ 0 w 13402440"/>
              <a:gd name="textAreaRight" fmla="*/ 13402800 w 1340244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3402934" h="220346">
                <a:moveTo>
                  <a:pt x="13271776" y="0"/>
                </a:moveTo>
                <a:lnTo>
                  <a:pt x="13376702" y="0"/>
                </a:lnTo>
                <a:cubicBezTo>
                  <a:pt x="13391190" y="0"/>
                  <a:pt x="13402934" y="11744"/>
                  <a:pt x="13402934" y="26232"/>
                </a:cubicBezTo>
                <a:lnTo>
                  <a:pt x="13402934" y="194114"/>
                </a:lnTo>
                <a:cubicBezTo>
                  <a:pt x="13402934" y="208602"/>
                  <a:pt x="13391190" y="220346"/>
                  <a:pt x="13376702" y="220346"/>
                </a:cubicBezTo>
                <a:lnTo>
                  <a:pt x="13271776" y="220346"/>
                </a:lnTo>
                <a:cubicBezTo>
                  <a:pt x="13257288" y="220346"/>
                  <a:pt x="13245544" y="208602"/>
                  <a:pt x="13245544" y="194114"/>
                </a:cubicBezTo>
                <a:lnTo>
                  <a:pt x="13245544" y="26232"/>
                </a:lnTo>
                <a:cubicBezTo>
                  <a:pt x="13245544" y="11744"/>
                  <a:pt x="13257288" y="0"/>
                  <a:pt x="13271776" y="0"/>
                </a:cubicBezTo>
                <a:close/>
                <a:moveTo>
                  <a:pt x="12893177" y="0"/>
                </a:moveTo>
                <a:lnTo>
                  <a:pt x="12998103" y="0"/>
                </a:lnTo>
                <a:cubicBezTo>
                  <a:pt x="13012591" y="0"/>
                  <a:pt x="13024335" y="11744"/>
                  <a:pt x="13024335" y="26232"/>
                </a:cubicBezTo>
                <a:lnTo>
                  <a:pt x="13024335" y="194114"/>
                </a:lnTo>
                <a:cubicBezTo>
                  <a:pt x="13024335" y="208602"/>
                  <a:pt x="13012591" y="220346"/>
                  <a:pt x="12998103" y="220346"/>
                </a:cubicBezTo>
                <a:lnTo>
                  <a:pt x="12893177" y="220346"/>
                </a:lnTo>
                <a:cubicBezTo>
                  <a:pt x="12878689" y="220346"/>
                  <a:pt x="12866945" y="208602"/>
                  <a:pt x="12866945" y="194114"/>
                </a:cubicBezTo>
                <a:lnTo>
                  <a:pt x="12866945" y="26232"/>
                </a:lnTo>
                <a:cubicBezTo>
                  <a:pt x="12866945" y="11744"/>
                  <a:pt x="12878689" y="0"/>
                  <a:pt x="12893177" y="0"/>
                </a:cubicBezTo>
                <a:close/>
                <a:moveTo>
                  <a:pt x="12514578" y="0"/>
                </a:moveTo>
                <a:lnTo>
                  <a:pt x="12619504" y="0"/>
                </a:lnTo>
                <a:cubicBezTo>
                  <a:pt x="12633992" y="0"/>
                  <a:pt x="12645736" y="11744"/>
                  <a:pt x="12645736" y="26232"/>
                </a:cubicBezTo>
                <a:lnTo>
                  <a:pt x="12645736" y="194114"/>
                </a:lnTo>
                <a:cubicBezTo>
                  <a:pt x="12645736" y="208602"/>
                  <a:pt x="12633992" y="220346"/>
                  <a:pt x="12619504" y="220346"/>
                </a:cubicBezTo>
                <a:lnTo>
                  <a:pt x="12514578" y="220346"/>
                </a:lnTo>
                <a:cubicBezTo>
                  <a:pt x="12500090" y="220346"/>
                  <a:pt x="12488346" y="208602"/>
                  <a:pt x="12488346" y="194114"/>
                </a:cubicBezTo>
                <a:lnTo>
                  <a:pt x="12488346" y="26232"/>
                </a:lnTo>
                <a:cubicBezTo>
                  <a:pt x="12488346" y="11744"/>
                  <a:pt x="12500090" y="0"/>
                  <a:pt x="12514578" y="0"/>
                </a:cubicBezTo>
                <a:close/>
                <a:moveTo>
                  <a:pt x="12135979" y="0"/>
                </a:moveTo>
                <a:lnTo>
                  <a:pt x="12240905" y="0"/>
                </a:lnTo>
                <a:cubicBezTo>
                  <a:pt x="12255393" y="0"/>
                  <a:pt x="12267137" y="11744"/>
                  <a:pt x="12267137" y="26232"/>
                </a:cubicBezTo>
                <a:lnTo>
                  <a:pt x="12267137" y="194114"/>
                </a:lnTo>
                <a:cubicBezTo>
                  <a:pt x="12267137" y="208602"/>
                  <a:pt x="12255393" y="220346"/>
                  <a:pt x="12240905" y="220346"/>
                </a:cubicBezTo>
                <a:lnTo>
                  <a:pt x="12135979" y="220346"/>
                </a:lnTo>
                <a:cubicBezTo>
                  <a:pt x="12121491" y="220346"/>
                  <a:pt x="12109747" y="208602"/>
                  <a:pt x="12109747" y="194114"/>
                </a:cubicBezTo>
                <a:lnTo>
                  <a:pt x="12109747" y="26232"/>
                </a:lnTo>
                <a:cubicBezTo>
                  <a:pt x="12109747" y="11744"/>
                  <a:pt x="12121491" y="0"/>
                  <a:pt x="12135979" y="0"/>
                </a:cubicBezTo>
                <a:close/>
                <a:moveTo>
                  <a:pt x="11757380" y="0"/>
                </a:moveTo>
                <a:lnTo>
                  <a:pt x="11862306" y="0"/>
                </a:lnTo>
                <a:cubicBezTo>
                  <a:pt x="11876794" y="0"/>
                  <a:pt x="11888538" y="11744"/>
                  <a:pt x="11888538" y="26232"/>
                </a:cubicBezTo>
                <a:lnTo>
                  <a:pt x="11888538" y="194114"/>
                </a:lnTo>
                <a:cubicBezTo>
                  <a:pt x="11888538" y="208602"/>
                  <a:pt x="11876794" y="220346"/>
                  <a:pt x="11862306" y="220346"/>
                </a:cubicBezTo>
                <a:lnTo>
                  <a:pt x="11757380" y="220346"/>
                </a:lnTo>
                <a:cubicBezTo>
                  <a:pt x="11742892" y="220346"/>
                  <a:pt x="11731148" y="208602"/>
                  <a:pt x="11731148" y="194114"/>
                </a:cubicBezTo>
                <a:lnTo>
                  <a:pt x="11731148" y="26232"/>
                </a:lnTo>
                <a:cubicBezTo>
                  <a:pt x="11731148" y="11744"/>
                  <a:pt x="11742892" y="0"/>
                  <a:pt x="11757380" y="0"/>
                </a:cubicBezTo>
                <a:close/>
                <a:moveTo>
                  <a:pt x="11378781" y="0"/>
                </a:moveTo>
                <a:lnTo>
                  <a:pt x="11483707" y="0"/>
                </a:lnTo>
                <a:cubicBezTo>
                  <a:pt x="11498195" y="0"/>
                  <a:pt x="11509939" y="11744"/>
                  <a:pt x="11509939" y="26232"/>
                </a:cubicBezTo>
                <a:lnTo>
                  <a:pt x="11509939" y="194114"/>
                </a:lnTo>
                <a:cubicBezTo>
                  <a:pt x="11509939" y="208602"/>
                  <a:pt x="11498195" y="220346"/>
                  <a:pt x="11483707" y="220346"/>
                </a:cubicBezTo>
                <a:lnTo>
                  <a:pt x="11378781" y="220346"/>
                </a:lnTo>
                <a:cubicBezTo>
                  <a:pt x="11364293" y="220346"/>
                  <a:pt x="11352549" y="208602"/>
                  <a:pt x="11352549" y="194114"/>
                </a:cubicBezTo>
                <a:lnTo>
                  <a:pt x="11352549" y="26232"/>
                </a:lnTo>
                <a:cubicBezTo>
                  <a:pt x="11352549" y="11744"/>
                  <a:pt x="11364293" y="0"/>
                  <a:pt x="11378781" y="0"/>
                </a:cubicBezTo>
                <a:close/>
                <a:moveTo>
                  <a:pt x="11000182" y="0"/>
                </a:moveTo>
                <a:lnTo>
                  <a:pt x="11105108" y="0"/>
                </a:lnTo>
                <a:cubicBezTo>
                  <a:pt x="11119596" y="0"/>
                  <a:pt x="11131340" y="11744"/>
                  <a:pt x="11131340" y="26232"/>
                </a:cubicBezTo>
                <a:lnTo>
                  <a:pt x="11131340" y="194114"/>
                </a:lnTo>
                <a:cubicBezTo>
                  <a:pt x="11131340" y="208602"/>
                  <a:pt x="11119596" y="220346"/>
                  <a:pt x="11105108" y="220346"/>
                </a:cubicBezTo>
                <a:lnTo>
                  <a:pt x="11000182" y="220346"/>
                </a:lnTo>
                <a:cubicBezTo>
                  <a:pt x="10985694" y="220346"/>
                  <a:pt x="10973950" y="208602"/>
                  <a:pt x="10973950" y="194114"/>
                </a:cubicBezTo>
                <a:lnTo>
                  <a:pt x="10973950" y="26232"/>
                </a:lnTo>
                <a:cubicBezTo>
                  <a:pt x="10973950" y="11744"/>
                  <a:pt x="10985694" y="0"/>
                  <a:pt x="11000182" y="0"/>
                </a:cubicBezTo>
                <a:close/>
                <a:moveTo>
                  <a:pt x="10621583" y="0"/>
                </a:moveTo>
                <a:lnTo>
                  <a:pt x="10726509" y="0"/>
                </a:lnTo>
                <a:cubicBezTo>
                  <a:pt x="10740997" y="0"/>
                  <a:pt x="10752741" y="11744"/>
                  <a:pt x="10752741" y="26232"/>
                </a:cubicBezTo>
                <a:lnTo>
                  <a:pt x="10752741" y="194114"/>
                </a:lnTo>
                <a:cubicBezTo>
                  <a:pt x="10752741" y="208602"/>
                  <a:pt x="10740997" y="220346"/>
                  <a:pt x="10726509" y="220346"/>
                </a:cubicBezTo>
                <a:lnTo>
                  <a:pt x="10621583" y="220346"/>
                </a:lnTo>
                <a:cubicBezTo>
                  <a:pt x="10607095" y="220346"/>
                  <a:pt x="10595351" y="208602"/>
                  <a:pt x="10595351" y="194114"/>
                </a:cubicBezTo>
                <a:lnTo>
                  <a:pt x="10595351" y="26232"/>
                </a:lnTo>
                <a:cubicBezTo>
                  <a:pt x="10595351" y="11744"/>
                  <a:pt x="10607095" y="0"/>
                  <a:pt x="10621583" y="0"/>
                </a:cubicBezTo>
                <a:close/>
                <a:moveTo>
                  <a:pt x="10242984" y="0"/>
                </a:moveTo>
                <a:lnTo>
                  <a:pt x="10347910" y="0"/>
                </a:lnTo>
                <a:cubicBezTo>
                  <a:pt x="10362398" y="0"/>
                  <a:pt x="10374142" y="11744"/>
                  <a:pt x="10374142" y="26232"/>
                </a:cubicBezTo>
                <a:lnTo>
                  <a:pt x="10374142" y="194114"/>
                </a:lnTo>
                <a:cubicBezTo>
                  <a:pt x="10374142" y="208602"/>
                  <a:pt x="10362398" y="220346"/>
                  <a:pt x="10347910" y="220346"/>
                </a:cubicBezTo>
                <a:lnTo>
                  <a:pt x="10242984" y="220346"/>
                </a:lnTo>
                <a:cubicBezTo>
                  <a:pt x="10228496" y="220346"/>
                  <a:pt x="10216752" y="208602"/>
                  <a:pt x="10216752" y="194114"/>
                </a:cubicBezTo>
                <a:lnTo>
                  <a:pt x="10216752" y="26232"/>
                </a:lnTo>
                <a:cubicBezTo>
                  <a:pt x="10216752" y="11744"/>
                  <a:pt x="10228496" y="0"/>
                  <a:pt x="10242984" y="0"/>
                </a:cubicBezTo>
                <a:close/>
                <a:moveTo>
                  <a:pt x="9864385" y="0"/>
                </a:moveTo>
                <a:lnTo>
                  <a:pt x="9969311" y="0"/>
                </a:lnTo>
                <a:cubicBezTo>
                  <a:pt x="9983799" y="0"/>
                  <a:pt x="9995543" y="11744"/>
                  <a:pt x="9995543" y="26232"/>
                </a:cubicBezTo>
                <a:lnTo>
                  <a:pt x="9995543" y="194114"/>
                </a:lnTo>
                <a:cubicBezTo>
                  <a:pt x="9995543" y="208602"/>
                  <a:pt x="9983799" y="220346"/>
                  <a:pt x="9969311" y="220346"/>
                </a:cubicBezTo>
                <a:lnTo>
                  <a:pt x="9864385" y="220346"/>
                </a:lnTo>
                <a:cubicBezTo>
                  <a:pt x="9849897" y="220346"/>
                  <a:pt x="9838153" y="208602"/>
                  <a:pt x="9838153" y="194114"/>
                </a:cubicBezTo>
                <a:lnTo>
                  <a:pt x="9838153" y="26232"/>
                </a:lnTo>
                <a:cubicBezTo>
                  <a:pt x="9838153" y="11744"/>
                  <a:pt x="9849897" y="0"/>
                  <a:pt x="9864385" y="0"/>
                </a:cubicBezTo>
                <a:close/>
                <a:moveTo>
                  <a:pt x="9485786" y="0"/>
                </a:moveTo>
                <a:lnTo>
                  <a:pt x="9590712" y="0"/>
                </a:lnTo>
                <a:cubicBezTo>
                  <a:pt x="9605200" y="0"/>
                  <a:pt x="9616944" y="11744"/>
                  <a:pt x="9616944" y="26232"/>
                </a:cubicBezTo>
                <a:lnTo>
                  <a:pt x="9616944" y="194114"/>
                </a:lnTo>
                <a:cubicBezTo>
                  <a:pt x="9616944" y="208602"/>
                  <a:pt x="9605200" y="220346"/>
                  <a:pt x="9590712" y="220346"/>
                </a:cubicBezTo>
                <a:lnTo>
                  <a:pt x="9485786" y="220346"/>
                </a:lnTo>
                <a:cubicBezTo>
                  <a:pt x="9471298" y="220346"/>
                  <a:pt x="9459554" y="208602"/>
                  <a:pt x="9459554" y="194114"/>
                </a:cubicBezTo>
                <a:lnTo>
                  <a:pt x="9459554" y="26232"/>
                </a:lnTo>
                <a:cubicBezTo>
                  <a:pt x="9459554" y="11744"/>
                  <a:pt x="9471298" y="0"/>
                  <a:pt x="9485786" y="0"/>
                </a:cubicBezTo>
                <a:close/>
                <a:moveTo>
                  <a:pt x="9107187" y="0"/>
                </a:moveTo>
                <a:lnTo>
                  <a:pt x="9212113" y="0"/>
                </a:lnTo>
                <a:cubicBezTo>
                  <a:pt x="9226601" y="0"/>
                  <a:pt x="9238345" y="11744"/>
                  <a:pt x="9238345" y="26232"/>
                </a:cubicBezTo>
                <a:lnTo>
                  <a:pt x="9238345" y="194114"/>
                </a:lnTo>
                <a:cubicBezTo>
                  <a:pt x="9238345" y="208602"/>
                  <a:pt x="9226601" y="220346"/>
                  <a:pt x="9212113" y="220346"/>
                </a:cubicBezTo>
                <a:lnTo>
                  <a:pt x="9107187" y="220346"/>
                </a:lnTo>
                <a:cubicBezTo>
                  <a:pt x="9092699" y="220346"/>
                  <a:pt x="9080955" y="208602"/>
                  <a:pt x="9080955" y="194114"/>
                </a:cubicBezTo>
                <a:lnTo>
                  <a:pt x="9080955" y="26232"/>
                </a:lnTo>
                <a:cubicBezTo>
                  <a:pt x="9080955" y="11744"/>
                  <a:pt x="9092699" y="0"/>
                  <a:pt x="9107187" y="0"/>
                </a:cubicBezTo>
                <a:close/>
                <a:moveTo>
                  <a:pt x="8728588" y="0"/>
                </a:moveTo>
                <a:lnTo>
                  <a:pt x="8833514" y="0"/>
                </a:lnTo>
                <a:cubicBezTo>
                  <a:pt x="8848002" y="0"/>
                  <a:pt x="8859746" y="11744"/>
                  <a:pt x="8859746" y="26232"/>
                </a:cubicBezTo>
                <a:lnTo>
                  <a:pt x="8859746" y="194114"/>
                </a:lnTo>
                <a:cubicBezTo>
                  <a:pt x="8859746" y="208602"/>
                  <a:pt x="8848002" y="220346"/>
                  <a:pt x="8833514" y="220346"/>
                </a:cubicBezTo>
                <a:lnTo>
                  <a:pt x="8728588" y="220346"/>
                </a:lnTo>
                <a:cubicBezTo>
                  <a:pt x="8714100" y="220346"/>
                  <a:pt x="8702356" y="208602"/>
                  <a:pt x="8702356" y="194114"/>
                </a:cubicBezTo>
                <a:lnTo>
                  <a:pt x="8702356" y="26232"/>
                </a:lnTo>
                <a:cubicBezTo>
                  <a:pt x="8702356" y="11744"/>
                  <a:pt x="8714100" y="0"/>
                  <a:pt x="8728588" y="0"/>
                </a:cubicBezTo>
                <a:close/>
                <a:moveTo>
                  <a:pt x="8349989" y="0"/>
                </a:moveTo>
                <a:lnTo>
                  <a:pt x="8454915" y="0"/>
                </a:lnTo>
                <a:cubicBezTo>
                  <a:pt x="8469403" y="0"/>
                  <a:pt x="8481147" y="11744"/>
                  <a:pt x="8481147" y="26232"/>
                </a:cubicBezTo>
                <a:lnTo>
                  <a:pt x="8481147" y="194114"/>
                </a:lnTo>
                <a:cubicBezTo>
                  <a:pt x="8481147" y="208602"/>
                  <a:pt x="8469403" y="220346"/>
                  <a:pt x="8454915" y="220346"/>
                </a:cubicBezTo>
                <a:lnTo>
                  <a:pt x="8349989" y="220346"/>
                </a:lnTo>
                <a:cubicBezTo>
                  <a:pt x="8335501" y="220346"/>
                  <a:pt x="8323757" y="208602"/>
                  <a:pt x="8323757" y="194114"/>
                </a:cubicBezTo>
                <a:lnTo>
                  <a:pt x="8323757" y="26232"/>
                </a:lnTo>
                <a:cubicBezTo>
                  <a:pt x="8323757" y="11744"/>
                  <a:pt x="8335501" y="0"/>
                  <a:pt x="8349989" y="0"/>
                </a:cubicBezTo>
                <a:close/>
                <a:moveTo>
                  <a:pt x="7971390" y="0"/>
                </a:moveTo>
                <a:lnTo>
                  <a:pt x="8076316" y="0"/>
                </a:lnTo>
                <a:cubicBezTo>
                  <a:pt x="8090804" y="0"/>
                  <a:pt x="8102548" y="11744"/>
                  <a:pt x="8102548" y="26232"/>
                </a:cubicBezTo>
                <a:lnTo>
                  <a:pt x="8102548" y="194114"/>
                </a:lnTo>
                <a:cubicBezTo>
                  <a:pt x="8102548" y="208602"/>
                  <a:pt x="8090804" y="220346"/>
                  <a:pt x="8076316" y="220346"/>
                </a:cubicBezTo>
                <a:lnTo>
                  <a:pt x="7971390" y="220346"/>
                </a:lnTo>
                <a:cubicBezTo>
                  <a:pt x="7956902" y="220346"/>
                  <a:pt x="7945158" y="208602"/>
                  <a:pt x="7945158" y="194114"/>
                </a:cubicBezTo>
                <a:lnTo>
                  <a:pt x="7945158" y="26232"/>
                </a:lnTo>
                <a:cubicBezTo>
                  <a:pt x="7945158" y="11744"/>
                  <a:pt x="7956902" y="0"/>
                  <a:pt x="7971390" y="0"/>
                </a:cubicBezTo>
                <a:close/>
                <a:moveTo>
                  <a:pt x="7592791" y="0"/>
                </a:moveTo>
                <a:lnTo>
                  <a:pt x="7697717" y="0"/>
                </a:lnTo>
                <a:cubicBezTo>
                  <a:pt x="7712205" y="0"/>
                  <a:pt x="7723949" y="11744"/>
                  <a:pt x="7723949" y="26232"/>
                </a:cubicBezTo>
                <a:lnTo>
                  <a:pt x="7723949" y="194114"/>
                </a:lnTo>
                <a:cubicBezTo>
                  <a:pt x="7723949" y="208602"/>
                  <a:pt x="7712205" y="220346"/>
                  <a:pt x="7697717" y="220346"/>
                </a:cubicBezTo>
                <a:lnTo>
                  <a:pt x="7592791" y="220346"/>
                </a:lnTo>
                <a:cubicBezTo>
                  <a:pt x="7578303" y="220346"/>
                  <a:pt x="7566559" y="208602"/>
                  <a:pt x="7566559" y="194114"/>
                </a:cubicBezTo>
                <a:lnTo>
                  <a:pt x="7566559" y="26232"/>
                </a:lnTo>
                <a:cubicBezTo>
                  <a:pt x="7566559" y="11744"/>
                  <a:pt x="7578303" y="0"/>
                  <a:pt x="7592791" y="0"/>
                </a:cubicBezTo>
                <a:close/>
                <a:moveTo>
                  <a:pt x="7214192" y="0"/>
                </a:moveTo>
                <a:lnTo>
                  <a:pt x="7319118" y="0"/>
                </a:lnTo>
                <a:cubicBezTo>
                  <a:pt x="7333606" y="0"/>
                  <a:pt x="7345350" y="11744"/>
                  <a:pt x="7345350" y="26232"/>
                </a:cubicBezTo>
                <a:lnTo>
                  <a:pt x="7345350" y="194114"/>
                </a:lnTo>
                <a:cubicBezTo>
                  <a:pt x="7345350" y="208602"/>
                  <a:pt x="7333606" y="220346"/>
                  <a:pt x="7319118" y="220346"/>
                </a:cubicBezTo>
                <a:lnTo>
                  <a:pt x="7214192" y="220346"/>
                </a:lnTo>
                <a:cubicBezTo>
                  <a:pt x="7199704" y="220346"/>
                  <a:pt x="7187960" y="208602"/>
                  <a:pt x="7187960" y="194114"/>
                </a:cubicBezTo>
                <a:lnTo>
                  <a:pt x="7187960" y="26232"/>
                </a:lnTo>
                <a:cubicBezTo>
                  <a:pt x="7187960" y="11744"/>
                  <a:pt x="7199704" y="0"/>
                  <a:pt x="7214192" y="0"/>
                </a:cubicBezTo>
                <a:close/>
                <a:moveTo>
                  <a:pt x="6835593" y="0"/>
                </a:moveTo>
                <a:lnTo>
                  <a:pt x="6940519" y="0"/>
                </a:lnTo>
                <a:cubicBezTo>
                  <a:pt x="6955007" y="0"/>
                  <a:pt x="6966751" y="11744"/>
                  <a:pt x="6966751" y="26232"/>
                </a:cubicBezTo>
                <a:lnTo>
                  <a:pt x="6966751" y="194114"/>
                </a:lnTo>
                <a:cubicBezTo>
                  <a:pt x="6966751" y="208602"/>
                  <a:pt x="6955007" y="220346"/>
                  <a:pt x="6940519" y="220346"/>
                </a:cubicBezTo>
                <a:lnTo>
                  <a:pt x="6835593" y="220346"/>
                </a:lnTo>
                <a:cubicBezTo>
                  <a:pt x="6821105" y="220346"/>
                  <a:pt x="6809361" y="208602"/>
                  <a:pt x="6809361" y="194114"/>
                </a:cubicBezTo>
                <a:lnTo>
                  <a:pt x="6809361" y="26232"/>
                </a:lnTo>
                <a:cubicBezTo>
                  <a:pt x="6809361" y="11744"/>
                  <a:pt x="6821105" y="0"/>
                  <a:pt x="6835593" y="0"/>
                </a:cubicBezTo>
                <a:close/>
                <a:moveTo>
                  <a:pt x="6462415" y="0"/>
                </a:moveTo>
                <a:lnTo>
                  <a:pt x="6567340" y="0"/>
                </a:lnTo>
                <a:cubicBezTo>
                  <a:pt x="6581828" y="0"/>
                  <a:pt x="6593572" y="11744"/>
                  <a:pt x="6593572" y="26232"/>
                </a:cubicBezTo>
                <a:lnTo>
                  <a:pt x="6593572" y="194114"/>
                </a:lnTo>
                <a:cubicBezTo>
                  <a:pt x="6593572" y="208602"/>
                  <a:pt x="6581828" y="220346"/>
                  <a:pt x="6567340" y="220346"/>
                </a:cubicBezTo>
                <a:lnTo>
                  <a:pt x="6462415" y="220346"/>
                </a:lnTo>
                <a:cubicBezTo>
                  <a:pt x="6447926" y="220346"/>
                  <a:pt x="6436182" y="208602"/>
                  <a:pt x="6436182" y="194114"/>
                </a:cubicBezTo>
                <a:lnTo>
                  <a:pt x="6436182" y="26232"/>
                </a:lnTo>
                <a:cubicBezTo>
                  <a:pt x="6436182" y="11744"/>
                  <a:pt x="6447926" y="0"/>
                  <a:pt x="6462415" y="0"/>
                </a:cubicBezTo>
                <a:close/>
                <a:moveTo>
                  <a:pt x="6083815" y="0"/>
                </a:moveTo>
                <a:lnTo>
                  <a:pt x="6188741" y="0"/>
                </a:lnTo>
                <a:cubicBezTo>
                  <a:pt x="6203229" y="0"/>
                  <a:pt x="6214973" y="11744"/>
                  <a:pt x="6214973" y="26232"/>
                </a:cubicBezTo>
                <a:lnTo>
                  <a:pt x="6214973" y="194114"/>
                </a:lnTo>
                <a:cubicBezTo>
                  <a:pt x="6214973" y="208602"/>
                  <a:pt x="6203229" y="220346"/>
                  <a:pt x="6188741" y="220346"/>
                </a:cubicBezTo>
                <a:lnTo>
                  <a:pt x="6083815" y="220346"/>
                </a:lnTo>
                <a:cubicBezTo>
                  <a:pt x="6069327" y="220346"/>
                  <a:pt x="6057583" y="208602"/>
                  <a:pt x="6057583" y="194114"/>
                </a:cubicBezTo>
                <a:lnTo>
                  <a:pt x="6057583" y="26232"/>
                </a:lnTo>
                <a:cubicBezTo>
                  <a:pt x="6057583" y="11744"/>
                  <a:pt x="6069327" y="0"/>
                  <a:pt x="6083815" y="0"/>
                </a:cubicBezTo>
                <a:close/>
                <a:moveTo>
                  <a:pt x="5705216" y="0"/>
                </a:moveTo>
                <a:lnTo>
                  <a:pt x="5810142" y="0"/>
                </a:lnTo>
                <a:cubicBezTo>
                  <a:pt x="5824630" y="0"/>
                  <a:pt x="5836374" y="11744"/>
                  <a:pt x="5836374" y="26232"/>
                </a:cubicBezTo>
                <a:lnTo>
                  <a:pt x="5836374" y="194114"/>
                </a:lnTo>
                <a:cubicBezTo>
                  <a:pt x="5836374" y="208602"/>
                  <a:pt x="5824630" y="220346"/>
                  <a:pt x="5810142" y="220346"/>
                </a:cubicBezTo>
                <a:lnTo>
                  <a:pt x="5705216" y="220346"/>
                </a:lnTo>
                <a:cubicBezTo>
                  <a:pt x="5690728" y="220346"/>
                  <a:pt x="5678984" y="208602"/>
                  <a:pt x="5678984" y="194114"/>
                </a:cubicBezTo>
                <a:lnTo>
                  <a:pt x="5678984" y="26232"/>
                </a:lnTo>
                <a:cubicBezTo>
                  <a:pt x="5678984" y="11744"/>
                  <a:pt x="5690728" y="0"/>
                  <a:pt x="5705216" y="0"/>
                </a:cubicBezTo>
                <a:close/>
                <a:moveTo>
                  <a:pt x="5326617" y="0"/>
                </a:moveTo>
                <a:lnTo>
                  <a:pt x="5431543" y="0"/>
                </a:lnTo>
                <a:cubicBezTo>
                  <a:pt x="5446031" y="0"/>
                  <a:pt x="5457775" y="11744"/>
                  <a:pt x="5457775" y="26232"/>
                </a:cubicBezTo>
                <a:lnTo>
                  <a:pt x="5457775" y="194114"/>
                </a:lnTo>
                <a:cubicBezTo>
                  <a:pt x="5457775" y="208602"/>
                  <a:pt x="5446031" y="220346"/>
                  <a:pt x="5431543" y="220346"/>
                </a:cubicBezTo>
                <a:lnTo>
                  <a:pt x="5326617" y="220346"/>
                </a:lnTo>
                <a:cubicBezTo>
                  <a:pt x="5312129" y="220346"/>
                  <a:pt x="5300385" y="208602"/>
                  <a:pt x="5300385" y="194114"/>
                </a:cubicBezTo>
                <a:lnTo>
                  <a:pt x="5300385" y="26232"/>
                </a:lnTo>
                <a:cubicBezTo>
                  <a:pt x="5300385" y="11744"/>
                  <a:pt x="5312129" y="0"/>
                  <a:pt x="5326617" y="0"/>
                </a:cubicBezTo>
                <a:close/>
                <a:moveTo>
                  <a:pt x="4948018" y="0"/>
                </a:moveTo>
                <a:lnTo>
                  <a:pt x="5052944" y="0"/>
                </a:lnTo>
                <a:cubicBezTo>
                  <a:pt x="5067432" y="0"/>
                  <a:pt x="5079176" y="11744"/>
                  <a:pt x="5079176" y="26232"/>
                </a:cubicBezTo>
                <a:lnTo>
                  <a:pt x="5079176" y="194114"/>
                </a:lnTo>
                <a:cubicBezTo>
                  <a:pt x="5079176" y="208602"/>
                  <a:pt x="5067432" y="220346"/>
                  <a:pt x="5052944" y="220346"/>
                </a:cubicBezTo>
                <a:lnTo>
                  <a:pt x="4948018" y="220346"/>
                </a:lnTo>
                <a:cubicBezTo>
                  <a:pt x="4933530" y="220346"/>
                  <a:pt x="4921786" y="208602"/>
                  <a:pt x="4921786" y="194114"/>
                </a:cubicBezTo>
                <a:lnTo>
                  <a:pt x="4921786" y="26232"/>
                </a:lnTo>
                <a:cubicBezTo>
                  <a:pt x="4921786" y="11744"/>
                  <a:pt x="4933530" y="0"/>
                  <a:pt x="4948018" y="0"/>
                </a:cubicBezTo>
                <a:close/>
                <a:moveTo>
                  <a:pt x="4569419" y="0"/>
                </a:moveTo>
                <a:lnTo>
                  <a:pt x="4674345" y="0"/>
                </a:lnTo>
                <a:cubicBezTo>
                  <a:pt x="4688833" y="0"/>
                  <a:pt x="4700577" y="11744"/>
                  <a:pt x="4700577" y="26232"/>
                </a:cubicBezTo>
                <a:lnTo>
                  <a:pt x="4700577" y="194114"/>
                </a:lnTo>
                <a:cubicBezTo>
                  <a:pt x="4700577" y="208602"/>
                  <a:pt x="4688833" y="220346"/>
                  <a:pt x="4674345" y="220346"/>
                </a:cubicBezTo>
                <a:lnTo>
                  <a:pt x="4569419" y="220346"/>
                </a:lnTo>
                <a:cubicBezTo>
                  <a:pt x="4554931" y="220346"/>
                  <a:pt x="4543187" y="208602"/>
                  <a:pt x="4543187" y="194114"/>
                </a:cubicBezTo>
                <a:lnTo>
                  <a:pt x="4543187" y="26232"/>
                </a:lnTo>
                <a:cubicBezTo>
                  <a:pt x="4543187" y="11744"/>
                  <a:pt x="4554931" y="0"/>
                  <a:pt x="4569419" y="0"/>
                </a:cubicBezTo>
                <a:close/>
                <a:moveTo>
                  <a:pt x="4190820" y="0"/>
                </a:moveTo>
                <a:lnTo>
                  <a:pt x="4295746" y="0"/>
                </a:lnTo>
                <a:cubicBezTo>
                  <a:pt x="4310234" y="0"/>
                  <a:pt x="4321978" y="11744"/>
                  <a:pt x="4321978" y="26232"/>
                </a:cubicBezTo>
                <a:lnTo>
                  <a:pt x="4321978" y="194114"/>
                </a:lnTo>
                <a:cubicBezTo>
                  <a:pt x="4321978" y="208602"/>
                  <a:pt x="4310234" y="220346"/>
                  <a:pt x="4295746" y="220346"/>
                </a:cubicBezTo>
                <a:lnTo>
                  <a:pt x="4190820" y="220346"/>
                </a:lnTo>
                <a:cubicBezTo>
                  <a:pt x="4176332" y="220346"/>
                  <a:pt x="4164588" y="208602"/>
                  <a:pt x="4164588" y="194114"/>
                </a:cubicBezTo>
                <a:lnTo>
                  <a:pt x="4164588" y="26232"/>
                </a:lnTo>
                <a:cubicBezTo>
                  <a:pt x="4164588" y="11744"/>
                  <a:pt x="4176332" y="0"/>
                  <a:pt x="4190820" y="0"/>
                </a:cubicBezTo>
                <a:close/>
                <a:moveTo>
                  <a:pt x="3812221" y="0"/>
                </a:moveTo>
                <a:lnTo>
                  <a:pt x="3917147" y="0"/>
                </a:lnTo>
                <a:cubicBezTo>
                  <a:pt x="3931635" y="0"/>
                  <a:pt x="3943379" y="11744"/>
                  <a:pt x="3943379" y="26232"/>
                </a:cubicBezTo>
                <a:lnTo>
                  <a:pt x="3943379" y="194114"/>
                </a:lnTo>
                <a:cubicBezTo>
                  <a:pt x="3943379" y="208602"/>
                  <a:pt x="3931635" y="220346"/>
                  <a:pt x="3917147" y="220346"/>
                </a:cubicBezTo>
                <a:lnTo>
                  <a:pt x="3812221" y="220346"/>
                </a:lnTo>
                <a:cubicBezTo>
                  <a:pt x="3797733" y="220346"/>
                  <a:pt x="3785989" y="208602"/>
                  <a:pt x="3785989" y="194114"/>
                </a:cubicBezTo>
                <a:lnTo>
                  <a:pt x="3785989" y="26232"/>
                </a:lnTo>
                <a:cubicBezTo>
                  <a:pt x="3785989" y="11744"/>
                  <a:pt x="3797733" y="0"/>
                  <a:pt x="3812221" y="0"/>
                </a:cubicBezTo>
                <a:close/>
                <a:moveTo>
                  <a:pt x="3433622" y="0"/>
                </a:moveTo>
                <a:lnTo>
                  <a:pt x="3538548" y="0"/>
                </a:lnTo>
                <a:cubicBezTo>
                  <a:pt x="3553036" y="0"/>
                  <a:pt x="3564780" y="11744"/>
                  <a:pt x="3564780" y="26232"/>
                </a:cubicBezTo>
                <a:lnTo>
                  <a:pt x="3564780" y="194114"/>
                </a:lnTo>
                <a:cubicBezTo>
                  <a:pt x="3564780" y="208602"/>
                  <a:pt x="3553036" y="220346"/>
                  <a:pt x="3538548" y="220346"/>
                </a:cubicBezTo>
                <a:lnTo>
                  <a:pt x="3433622" y="220346"/>
                </a:lnTo>
                <a:cubicBezTo>
                  <a:pt x="3419134" y="220346"/>
                  <a:pt x="3407390" y="208602"/>
                  <a:pt x="3407390" y="194114"/>
                </a:cubicBezTo>
                <a:lnTo>
                  <a:pt x="3407390" y="26232"/>
                </a:lnTo>
                <a:cubicBezTo>
                  <a:pt x="3407390" y="11744"/>
                  <a:pt x="3419134" y="0"/>
                  <a:pt x="3433622" y="0"/>
                </a:cubicBezTo>
                <a:close/>
                <a:moveTo>
                  <a:pt x="3055023" y="0"/>
                </a:moveTo>
                <a:lnTo>
                  <a:pt x="3159949" y="0"/>
                </a:lnTo>
                <a:cubicBezTo>
                  <a:pt x="3174437" y="0"/>
                  <a:pt x="3186181" y="11744"/>
                  <a:pt x="3186181" y="26232"/>
                </a:cubicBezTo>
                <a:lnTo>
                  <a:pt x="3186181" y="194114"/>
                </a:lnTo>
                <a:cubicBezTo>
                  <a:pt x="3186181" y="208602"/>
                  <a:pt x="3174437" y="220346"/>
                  <a:pt x="3159949" y="220346"/>
                </a:cubicBezTo>
                <a:lnTo>
                  <a:pt x="3055023" y="220346"/>
                </a:lnTo>
                <a:cubicBezTo>
                  <a:pt x="3040535" y="220346"/>
                  <a:pt x="3028791" y="208602"/>
                  <a:pt x="3028791" y="194114"/>
                </a:cubicBezTo>
                <a:lnTo>
                  <a:pt x="3028791" y="26232"/>
                </a:lnTo>
                <a:cubicBezTo>
                  <a:pt x="3028791" y="11744"/>
                  <a:pt x="3040535" y="0"/>
                  <a:pt x="3055023" y="0"/>
                </a:cubicBezTo>
                <a:close/>
                <a:moveTo>
                  <a:pt x="2676425" y="0"/>
                </a:moveTo>
                <a:lnTo>
                  <a:pt x="2781350" y="0"/>
                </a:lnTo>
                <a:cubicBezTo>
                  <a:pt x="2795838" y="0"/>
                  <a:pt x="2807582" y="11744"/>
                  <a:pt x="2807582" y="26232"/>
                </a:cubicBezTo>
                <a:lnTo>
                  <a:pt x="2807582" y="194114"/>
                </a:lnTo>
                <a:cubicBezTo>
                  <a:pt x="2807582" y="208602"/>
                  <a:pt x="2795838" y="220346"/>
                  <a:pt x="2781350" y="220346"/>
                </a:cubicBezTo>
                <a:lnTo>
                  <a:pt x="2676425" y="220346"/>
                </a:lnTo>
                <a:cubicBezTo>
                  <a:pt x="2661937" y="220346"/>
                  <a:pt x="2650193" y="208602"/>
                  <a:pt x="2650193" y="194114"/>
                </a:cubicBezTo>
                <a:lnTo>
                  <a:pt x="2650193" y="26232"/>
                </a:lnTo>
                <a:cubicBezTo>
                  <a:pt x="2650193" y="11744"/>
                  <a:pt x="2661937" y="0"/>
                  <a:pt x="2676425" y="0"/>
                </a:cubicBezTo>
                <a:close/>
                <a:moveTo>
                  <a:pt x="2297825" y="0"/>
                </a:moveTo>
                <a:lnTo>
                  <a:pt x="2402751" y="0"/>
                </a:lnTo>
                <a:cubicBezTo>
                  <a:pt x="2417239" y="0"/>
                  <a:pt x="2428984" y="11744"/>
                  <a:pt x="2428984" y="26232"/>
                </a:cubicBezTo>
                <a:lnTo>
                  <a:pt x="2428984" y="194114"/>
                </a:lnTo>
                <a:cubicBezTo>
                  <a:pt x="2428984" y="208602"/>
                  <a:pt x="2417239" y="220346"/>
                  <a:pt x="2402751" y="220346"/>
                </a:cubicBezTo>
                <a:lnTo>
                  <a:pt x="2297825" y="220346"/>
                </a:lnTo>
                <a:cubicBezTo>
                  <a:pt x="2283337" y="220346"/>
                  <a:pt x="2271594" y="208602"/>
                  <a:pt x="2271594" y="194114"/>
                </a:cubicBezTo>
                <a:lnTo>
                  <a:pt x="2271594" y="26232"/>
                </a:lnTo>
                <a:cubicBezTo>
                  <a:pt x="2271594" y="11744"/>
                  <a:pt x="2283337" y="0"/>
                  <a:pt x="2297825" y="0"/>
                </a:cubicBezTo>
                <a:close/>
                <a:moveTo>
                  <a:pt x="1919227" y="0"/>
                </a:moveTo>
                <a:lnTo>
                  <a:pt x="2024152" y="0"/>
                </a:lnTo>
                <a:cubicBezTo>
                  <a:pt x="2038640" y="0"/>
                  <a:pt x="2050384" y="11744"/>
                  <a:pt x="2050384" y="26232"/>
                </a:cubicBezTo>
                <a:lnTo>
                  <a:pt x="2050384" y="194114"/>
                </a:lnTo>
                <a:cubicBezTo>
                  <a:pt x="2050384" y="208602"/>
                  <a:pt x="2038640" y="220346"/>
                  <a:pt x="2024152" y="220346"/>
                </a:cubicBezTo>
                <a:lnTo>
                  <a:pt x="1919227" y="220346"/>
                </a:lnTo>
                <a:cubicBezTo>
                  <a:pt x="1904739" y="220346"/>
                  <a:pt x="1892995" y="208602"/>
                  <a:pt x="1892995" y="194114"/>
                </a:cubicBezTo>
                <a:lnTo>
                  <a:pt x="1892995" y="26232"/>
                </a:lnTo>
                <a:cubicBezTo>
                  <a:pt x="1892995" y="11744"/>
                  <a:pt x="1904739" y="0"/>
                  <a:pt x="1919227" y="0"/>
                </a:cubicBezTo>
                <a:close/>
                <a:moveTo>
                  <a:pt x="1540628" y="0"/>
                </a:moveTo>
                <a:lnTo>
                  <a:pt x="1645554" y="0"/>
                </a:lnTo>
                <a:cubicBezTo>
                  <a:pt x="1660042" y="0"/>
                  <a:pt x="1671786" y="11744"/>
                  <a:pt x="1671786" y="26232"/>
                </a:cubicBezTo>
                <a:lnTo>
                  <a:pt x="1671786" y="194114"/>
                </a:lnTo>
                <a:cubicBezTo>
                  <a:pt x="1671786" y="208602"/>
                  <a:pt x="1660042" y="220346"/>
                  <a:pt x="1645554" y="220346"/>
                </a:cubicBezTo>
                <a:lnTo>
                  <a:pt x="1540628" y="220346"/>
                </a:lnTo>
                <a:cubicBezTo>
                  <a:pt x="1526140" y="220346"/>
                  <a:pt x="1514396" y="208602"/>
                  <a:pt x="1514396" y="194114"/>
                </a:cubicBezTo>
                <a:lnTo>
                  <a:pt x="1514396" y="26232"/>
                </a:lnTo>
                <a:cubicBezTo>
                  <a:pt x="1514396" y="11744"/>
                  <a:pt x="1526140" y="0"/>
                  <a:pt x="1540628" y="0"/>
                </a:cubicBezTo>
                <a:close/>
                <a:moveTo>
                  <a:pt x="1162029" y="0"/>
                </a:moveTo>
                <a:lnTo>
                  <a:pt x="1266955" y="0"/>
                </a:lnTo>
                <a:cubicBezTo>
                  <a:pt x="1281443" y="0"/>
                  <a:pt x="1293187" y="11744"/>
                  <a:pt x="1293187" y="26232"/>
                </a:cubicBezTo>
                <a:lnTo>
                  <a:pt x="1293187" y="194114"/>
                </a:lnTo>
                <a:cubicBezTo>
                  <a:pt x="1293187" y="208602"/>
                  <a:pt x="1281443" y="220346"/>
                  <a:pt x="1266955" y="220346"/>
                </a:cubicBezTo>
                <a:lnTo>
                  <a:pt x="1162029" y="220346"/>
                </a:lnTo>
                <a:cubicBezTo>
                  <a:pt x="1147541" y="220346"/>
                  <a:pt x="1135797" y="208602"/>
                  <a:pt x="1135797" y="194114"/>
                </a:cubicBezTo>
                <a:lnTo>
                  <a:pt x="1135797" y="26232"/>
                </a:lnTo>
                <a:cubicBezTo>
                  <a:pt x="1135797" y="11744"/>
                  <a:pt x="1147541" y="0"/>
                  <a:pt x="1162029" y="0"/>
                </a:cubicBezTo>
                <a:close/>
                <a:moveTo>
                  <a:pt x="783430" y="0"/>
                </a:moveTo>
                <a:lnTo>
                  <a:pt x="888356" y="0"/>
                </a:lnTo>
                <a:cubicBezTo>
                  <a:pt x="902844" y="0"/>
                  <a:pt x="914589" y="11744"/>
                  <a:pt x="914589" y="26232"/>
                </a:cubicBezTo>
                <a:lnTo>
                  <a:pt x="914589" y="194114"/>
                </a:lnTo>
                <a:cubicBezTo>
                  <a:pt x="914589" y="208602"/>
                  <a:pt x="902844" y="220346"/>
                  <a:pt x="888356" y="220346"/>
                </a:cubicBezTo>
                <a:lnTo>
                  <a:pt x="783430" y="220346"/>
                </a:lnTo>
                <a:cubicBezTo>
                  <a:pt x="768942" y="220346"/>
                  <a:pt x="757198" y="208602"/>
                  <a:pt x="757198" y="194114"/>
                </a:cubicBezTo>
                <a:lnTo>
                  <a:pt x="757198" y="26232"/>
                </a:lnTo>
                <a:cubicBezTo>
                  <a:pt x="757198" y="11744"/>
                  <a:pt x="768942" y="0"/>
                  <a:pt x="783430" y="0"/>
                </a:cubicBezTo>
                <a:close/>
                <a:moveTo>
                  <a:pt x="404831" y="0"/>
                </a:moveTo>
                <a:lnTo>
                  <a:pt x="509757" y="0"/>
                </a:lnTo>
                <a:cubicBezTo>
                  <a:pt x="524245" y="0"/>
                  <a:pt x="535989" y="11744"/>
                  <a:pt x="535989" y="26232"/>
                </a:cubicBezTo>
                <a:lnTo>
                  <a:pt x="535989" y="194114"/>
                </a:lnTo>
                <a:cubicBezTo>
                  <a:pt x="535989" y="208602"/>
                  <a:pt x="524245" y="220346"/>
                  <a:pt x="509757" y="220346"/>
                </a:cubicBezTo>
                <a:lnTo>
                  <a:pt x="404831" y="220346"/>
                </a:lnTo>
                <a:cubicBezTo>
                  <a:pt x="390343" y="220346"/>
                  <a:pt x="378599" y="208602"/>
                  <a:pt x="378599" y="194114"/>
                </a:cubicBezTo>
                <a:lnTo>
                  <a:pt x="378599" y="26232"/>
                </a:lnTo>
                <a:cubicBezTo>
                  <a:pt x="378599" y="11744"/>
                  <a:pt x="390343" y="0"/>
                  <a:pt x="404831" y="0"/>
                </a:cubicBezTo>
                <a:close/>
                <a:moveTo>
                  <a:pt x="26232" y="0"/>
                </a:moveTo>
                <a:lnTo>
                  <a:pt x="131158" y="0"/>
                </a:lnTo>
                <a:cubicBezTo>
                  <a:pt x="145646" y="0"/>
                  <a:pt x="157390" y="11744"/>
                  <a:pt x="157390" y="26232"/>
                </a:cubicBezTo>
                <a:lnTo>
                  <a:pt x="157390" y="194114"/>
                </a:lnTo>
                <a:cubicBezTo>
                  <a:pt x="157390" y="208602"/>
                  <a:pt x="145646" y="220346"/>
                  <a:pt x="131158" y="220346"/>
                </a:cubicBezTo>
                <a:lnTo>
                  <a:pt x="26232" y="220346"/>
                </a:lnTo>
                <a:cubicBezTo>
                  <a:pt x="11744" y="220346"/>
                  <a:pt x="0" y="208602"/>
                  <a:pt x="0" y="194114"/>
                </a:cubicBezTo>
                <a:lnTo>
                  <a:pt x="0" y="26232"/>
                </a:lnTo>
                <a:cubicBezTo>
                  <a:pt x="0" y="11744"/>
                  <a:pt x="11744" y="0"/>
                  <a:pt x="26232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02" name="标题 1"/>
          <p:cNvSpPr/>
          <p:nvPr/>
        </p:nvSpPr>
        <p:spPr>
          <a:xfrm>
            <a:off x="0" y="5071680"/>
            <a:ext cx="6882840" cy="40608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03" name="标题 1"/>
          <p:cNvSpPr/>
          <p:nvPr/>
        </p:nvSpPr>
        <p:spPr>
          <a:xfrm>
            <a:off x="6809400" y="5071680"/>
            <a:ext cx="6882840" cy="40608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04" name="标题 1"/>
          <p:cNvSpPr/>
          <p:nvPr/>
        </p:nvSpPr>
        <p:spPr>
          <a:xfrm>
            <a:off x="144720" y="5164560"/>
            <a:ext cx="13402440" cy="219960"/>
          </a:xfrm>
          <a:custGeom>
            <a:avLst/>
            <a:gdLst>
              <a:gd name="textAreaLeft" fmla="*/ 0 w 13402440"/>
              <a:gd name="textAreaRight" fmla="*/ 13402800 w 1340244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3402933" h="220346">
                <a:moveTo>
                  <a:pt x="13271775" y="0"/>
                </a:moveTo>
                <a:lnTo>
                  <a:pt x="13376701" y="0"/>
                </a:lnTo>
                <a:cubicBezTo>
                  <a:pt x="13391189" y="0"/>
                  <a:pt x="13402933" y="11744"/>
                  <a:pt x="13402933" y="26232"/>
                </a:cubicBezTo>
                <a:lnTo>
                  <a:pt x="13402933" y="194114"/>
                </a:lnTo>
                <a:cubicBezTo>
                  <a:pt x="13402933" y="208602"/>
                  <a:pt x="13391189" y="220346"/>
                  <a:pt x="13376701" y="220346"/>
                </a:cubicBezTo>
                <a:lnTo>
                  <a:pt x="13271775" y="220346"/>
                </a:lnTo>
                <a:cubicBezTo>
                  <a:pt x="13257287" y="220346"/>
                  <a:pt x="13245543" y="208602"/>
                  <a:pt x="13245543" y="194114"/>
                </a:cubicBezTo>
                <a:lnTo>
                  <a:pt x="13245543" y="26232"/>
                </a:lnTo>
                <a:cubicBezTo>
                  <a:pt x="13245543" y="11744"/>
                  <a:pt x="13257287" y="0"/>
                  <a:pt x="13271775" y="0"/>
                </a:cubicBezTo>
                <a:close/>
                <a:moveTo>
                  <a:pt x="12893176" y="0"/>
                </a:moveTo>
                <a:lnTo>
                  <a:pt x="12998102" y="0"/>
                </a:lnTo>
                <a:cubicBezTo>
                  <a:pt x="13012590" y="0"/>
                  <a:pt x="13024334" y="11744"/>
                  <a:pt x="13024334" y="26232"/>
                </a:cubicBezTo>
                <a:lnTo>
                  <a:pt x="13024334" y="194114"/>
                </a:lnTo>
                <a:cubicBezTo>
                  <a:pt x="13024334" y="208602"/>
                  <a:pt x="13012590" y="220346"/>
                  <a:pt x="12998102" y="220346"/>
                </a:cubicBezTo>
                <a:lnTo>
                  <a:pt x="12893176" y="220346"/>
                </a:lnTo>
                <a:cubicBezTo>
                  <a:pt x="12878688" y="220346"/>
                  <a:pt x="12866944" y="208602"/>
                  <a:pt x="12866944" y="194114"/>
                </a:cubicBezTo>
                <a:lnTo>
                  <a:pt x="12866944" y="26232"/>
                </a:lnTo>
                <a:cubicBezTo>
                  <a:pt x="12866944" y="11744"/>
                  <a:pt x="12878688" y="0"/>
                  <a:pt x="12893176" y="0"/>
                </a:cubicBezTo>
                <a:close/>
                <a:moveTo>
                  <a:pt x="12514577" y="0"/>
                </a:moveTo>
                <a:lnTo>
                  <a:pt x="12619503" y="0"/>
                </a:lnTo>
                <a:cubicBezTo>
                  <a:pt x="12633991" y="0"/>
                  <a:pt x="12645735" y="11744"/>
                  <a:pt x="12645735" y="26232"/>
                </a:cubicBezTo>
                <a:lnTo>
                  <a:pt x="12645735" y="194114"/>
                </a:lnTo>
                <a:cubicBezTo>
                  <a:pt x="12645735" y="208602"/>
                  <a:pt x="12633991" y="220346"/>
                  <a:pt x="12619503" y="220346"/>
                </a:cubicBezTo>
                <a:lnTo>
                  <a:pt x="12514577" y="220346"/>
                </a:lnTo>
                <a:cubicBezTo>
                  <a:pt x="12500089" y="220346"/>
                  <a:pt x="12488345" y="208602"/>
                  <a:pt x="12488345" y="194114"/>
                </a:cubicBezTo>
                <a:lnTo>
                  <a:pt x="12488345" y="26232"/>
                </a:lnTo>
                <a:cubicBezTo>
                  <a:pt x="12488345" y="11744"/>
                  <a:pt x="12500089" y="0"/>
                  <a:pt x="12514577" y="0"/>
                </a:cubicBezTo>
                <a:close/>
                <a:moveTo>
                  <a:pt x="12135978" y="0"/>
                </a:moveTo>
                <a:lnTo>
                  <a:pt x="12240904" y="0"/>
                </a:lnTo>
                <a:cubicBezTo>
                  <a:pt x="12255392" y="0"/>
                  <a:pt x="12267136" y="11744"/>
                  <a:pt x="12267136" y="26232"/>
                </a:cubicBezTo>
                <a:lnTo>
                  <a:pt x="12267136" y="194114"/>
                </a:lnTo>
                <a:cubicBezTo>
                  <a:pt x="12267136" y="208602"/>
                  <a:pt x="12255392" y="220346"/>
                  <a:pt x="12240904" y="220346"/>
                </a:cubicBezTo>
                <a:lnTo>
                  <a:pt x="12135978" y="220346"/>
                </a:lnTo>
                <a:cubicBezTo>
                  <a:pt x="12121490" y="220346"/>
                  <a:pt x="12109746" y="208602"/>
                  <a:pt x="12109746" y="194114"/>
                </a:cubicBezTo>
                <a:lnTo>
                  <a:pt x="12109746" y="26232"/>
                </a:lnTo>
                <a:cubicBezTo>
                  <a:pt x="12109746" y="11744"/>
                  <a:pt x="12121490" y="0"/>
                  <a:pt x="12135978" y="0"/>
                </a:cubicBezTo>
                <a:close/>
                <a:moveTo>
                  <a:pt x="11757379" y="0"/>
                </a:moveTo>
                <a:lnTo>
                  <a:pt x="11862305" y="0"/>
                </a:lnTo>
                <a:cubicBezTo>
                  <a:pt x="11876793" y="0"/>
                  <a:pt x="11888537" y="11744"/>
                  <a:pt x="11888537" y="26232"/>
                </a:cubicBezTo>
                <a:lnTo>
                  <a:pt x="11888537" y="194114"/>
                </a:lnTo>
                <a:cubicBezTo>
                  <a:pt x="11888537" y="208602"/>
                  <a:pt x="11876793" y="220346"/>
                  <a:pt x="11862305" y="220346"/>
                </a:cubicBezTo>
                <a:lnTo>
                  <a:pt x="11757379" y="220346"/>
                </a:lnTo>
                <a:cubicBezTo>
                  <a:pt x="11742891" y="220346"/>
                  <a:pt x="11731147" y="208602"/>
                  <a:pt x="11731147" y="194114"/>
                </a:cubicBezTo>
                <a:lnTo>
                  <a:pt x="11731147" y="26232"/>
                </a:lnTo>
                <a:cubicBezTo>
                  <a:pt x="11731147" y="11744"/>
                  <a:pt x="11742891" y="0"/>
                  <a:pt x="11757379" y="0"/>
                </a:cubicBezTo>
                <a:close/>
                <a:moveTo>
                  <a:pt x="11378780" y="0"/>
                </a:moveTo>
                <a:lnTo>
                  <a:pt x="11483706" y="0"/>
                </a:lnTo>
                <a:cubicBezTo>
                  <a:pt x="11498194" y="0"/>
                  <a:pt x="11509938" y="11744"/>
                  <a:pt x="11509938" y="26232"/>
                </a:cubicBezTo>
                <a:lnTo>
                  <a:pt x="11509938" y="194114"/>
                </a:lnTo>
                <a:cubicBezTo>
                  <a:pt x="11509938" y="208602"/>
                  <a:pt x="11498194" y="220346"/>
                  <a:pt x="11483706" y="220346"/>
                </a:cubicBezTo>
                <a:lnTo>
                  <a:pt x="11378780" y="220346"/>
                </a:lnTo>
                <a:cubicBezTo>
                  <a:pt x="11364292" y="220346"/>
                  <a:pt x="11352548" y="208602"/>
                  <a:pt x="11352548" y="194114"/>
                </a:cubicBezTo>
                <a:lnTo>
                  <a:pt x="11352548" y="26232"/>
                </a:lnTo>
                <a:cubicBezTo>
                  <a:pt x="11352548" y="11744"/>
                  <a:pt x="11364292" y="0"/>
                  <a:pt x="11378780" y="0"/>
                </a:cubicBezTo>
                <a:close/>
                <a:moveTo>
                  <a:pt x="11000181" y="0"/>
                </a:moveTo>
                <a:lnTo>
                  <a:pt x="11105107" y="0"/>
                </a:lnTo>
                <a:cubicBezTo>
                  <a:pt x="11119595" y="0"/>
                  <a:pt x="11131339" y="11744"/>
                  <a:pt x="11131339" y="26232"/>
                </a:cubicBezTo>
                <a:lnTo>
                  <a:pt x="11131339" y="194114"/>
                </a:lnTo>
                <a:cubicBezTo>
                  <a:pt x="11131339" y="208602"/>
                  <a:pt x="11119595" y="220346"/>
                  <a:pt x="11105107" y="220346"/>
                </a:cubicBezTo>
                <a:lnTo>
                  <a:pt x="11000181" y="220346"/>
                </a:lnTo>
                <a:cubicBezTo>
                  <a:pt x="10985693" y="220346"/>
                  <a:pt x="10973949" y="208602"/>
                  <a:pt x="10973949" y="194114"/>
                </a:cubicBezTo>
                <a:lnTo>
                  <a:pt x="10973949" y="26232"/>
                </a:lnTo>
                <a:cubicBezTo>
                  <a:pt x="10973949" y="11744"/>
                  <a:pt x="10985693" y="0"/>
                  <a:pt x="11000181" y="0"/>
                </a:cubicBezTo>
                <a:close/>
                <a:moveTo>
                  <a:pt x="10621582" y="0"/>
                </a:moveTo>
                <a:lnTo>
                  <a:pt x="10726508" y="0"/>
                </a:lnTo>
                <a:cubicBezTo>
                  <a:pt x="10740996" y="0"/>
                  <a:pt x="10752740" y="11744"/>
                  <a:pt x="10752740" y="26232"/>
                </a:cubicBezTo>
                <a:lnTo>
                  <a:pt x="10752740" y="194114"/>
                </a:lnTo>
                <a:cubicBezTo>
                  <a:pt x="10752740" y="208602"/>
                  <a:pt x="10740996" y="220346"/>
                  <a:pt x="10726508" y="220346"/>
                </a:cubicBezTo>
                <a:lnTo>
                  <a:pt x="10621582" y="220346"/>
                </a:lnTo>
                <a:cubicBezTo>
                  <a:pt x="10607094" y="220346"/>
                  <a:pt x="10595350" y="208602"/>
                  <a:pt x="10595350" y="194114"/>
                </a:cubicBezTo>
                <a:lnTo>
                  <a:pt x="10595350" y="26232"/>
                </a:lnTo>
                <a:cubicBezTo>
                  <a:pt x="10595350" y="11744"/>
                  <a:pt x="10607094" y="0"/>
                  <a:pt x="10621582" y="0"/>
                </a:cubicBezTo>
                <a:close/>
                <a:moveTo>
                  <a:pt x="10242983" y="0"/>
                </a:moveTo>
                <a:lnTo>
                  <a:pt x="10347909" y="0"/>
                </a:lnTo>
                <a:cubicBezTo>
                  <a:pt x="10362397" y="0"/>
                  <a:pt x="10374141" y="11744"/>
                  <a:pt x="10374141" y="26232"/>
                </a:cubicBezTo>
                <a:lnTo>
                  <a:pt x="10374141" y="194114"/>
                </a:lnTo>
                <a:cubicBezTo>
                  <a:pt x="10374141" y="208602"/>
                  <a:pt x="10362397" y="220346"/>
                  <a:pt x="10347909" y="220346"/>
                </a:cubicBezTo>
                <a:lnTo>
                  <a:pt x="10242983" y="220346"/>
                </a:lnTo>
                <a:cubicBezTo>
                  <a:pt x="10228495" y="220346"/>
                  <a:pt x="10216751" y="208602"/>
                  <a:pt x="10216751" y="194114"/>
                </a:cubicBezTo>
                <a:lnTo>
                  <a:pt x="10216751" y="26232"/>
                </a:lnTo>
                <a:cubicBezTo>
                  <a:pt x="10216751" y="11744"/>
                  <a:pt x="10228495" y="0"/>
                  <a:pt x="10242983" y="0"/>
                </a:cubicBezTo>
                <a:close/>
                <a:moveTo>
                  <a:pt x="9864384" y="0"/>
                </a:moveTo>
                <a:lnTo>
                  <a:pt x="9969310" y="0"/>
                </a:lnTo>
                <a:cubicBezTo>
                  <a:pt x="9983798" y="0"/>
                  <a:pt x="9995542" y="11744"/>
                  <a:pt x="9995542" y="26232"/>
                </a:cubicBezTo>
                <a:lnTo>
                  <a:pt x="9995542" y="194114"/>
                </a:lnTo>
                <a:cubicBezTo>
                  <a:pt x="9995542" y="208602"/>
                  <a:pt x="9983798" y="220346"/>
                  <a:pt x="9969310" y="220346"/>
                </a:cubicBezTo>
                <a:lnTo>
                  <a:pt x="9864384" y="220346"/>
                </a:lnTo>
                <a:cubicBezTo>
                  <a:pt x="9849896" y="220346"/>
                  <a:pt x="9838152" y="208602"/>
                  <a:pt x="9838152" y="194114"/>
                </a:cubicBezTo>
                <a:lnTo>
                  <a:pt x="9838152" y="26232"/>
                </a:lnTo>
                <a:cubicBezTo>
                  <a:pt x="9838152" y="11744"/>
                  <a:pt x="9849896" y="0"/>
                  <a:pt x="9864384" y="0"/>
                </a:cubicBezTo>
                <a:close/>
                <a:moveTo>
                  <a:pt x="9485785" y="0"/>
                </a:moveTo>
                <a:lnTo>
                  <a:pt x="9590711" y="0"/>
                </a:lnTo>
                <a:cubicBezTo>
                  <a:pt x="9605199" y="0"/>
                  <a:pt x="9616943" y="11744"/>
                  <a:pt x="9616943" y="26232"/>
                </a:cubicBezTo>
                <a:lnTo>
                  <a:pt x="9616943" y="194114"/>
                </a:lnTo>
                <a:cubicBezTo>
                  <a:pt x="9616943" y="208602"/>
                  <a:pt x="9605199" y="220346"/>
                  <a:pt x="9590711" y="220346"/>
                </a:cubicBezTo>
                <a:lnTo>
                  <a:pt x="9485785" y="220346"/>
                </a:lnTo>
                <a:cubicBezTo>
                  <a:pt x="9471297" y="220346"/>
                  <a:pt x="9459553" y="208602"/>
                  <a:pt x="9459553" y="194114"/>
                </a:cubicBezTo>
                <a:lnTo>
                  <a:pt x="9459553" y="26232"/>
                </a:lnTo>
                <a:cubicBezTo>
                  <a:pt x="9459553" y="11744"/>
                  <a:pt x="9471297" y="0"/>
                  <a:pt x="9485785" y="0"/>
                </a:cubicBezTo>
                <a:close/>
                <a:moveTo>
                  <a:pt x="9107186" y="0"/>
                </a:moveTo>
                <a:lnTo>
                  <a:pt x="9212112" y="0"/>
                </a:lnTo>
                <a:cubicBezTo>
                  <a:pt x="9226600" y="0"/>
                  <a:pt x="9238344" y="11744"/>
                  <a:pt x="9238344" y="26232"/>
                </a:cubicBezTo>
                <a:lnTo>
                  <a:pt x="9238344" y="194114"/>
                </a:lnTo>
                <a:cubicBezTo>
                  <a:pt x="9238344" y="208602"/>
                  <a:pt x="9226600" y="220346"/>
                  <a:pt x="9212112" y="220346"/>
                </a:cubicBezTo>
                <a:lnTo>
                  <a:pt x="9107186" y="220346"/>
                </a:lnTo>
                <a:cubicBezTo>
                  <a:pt x="9092698" y="220346"/>
                  <a:pt x="9080954" y="208602"/>
                  <a:pt x="9080954" y="194114"/>
                </a:cubicBezTo>
                <a:lnTo>
                  <a:pt x="9080954" y="26232"/>
                </a:lnTo>
                <a:cubicBezTo>
                  <a:pt x="9080954" y="11744"/>
                  <a:pt x="9092698" y="0"/>
                  <a:pt x="9107186" y="0"/>
                </a:cubicBezTo>
                <a:close/>
                <a:moveTo>
                  <a:pt x="8728587" y="0"/>
                </a:moveTo>
                <a:lnTo>
                  <a:pt x="8833513" y="0"/>
                </a:lnTo>
                <a:cubicBezTo>
                  <a:pt x="8848001" y="0"/>
                  <a:pt x="8859745" y="11744"/>
                  <a:pt x="8859745" y="26232"/>
                </a:cubicBezTo>
                <a:lnTo>
                  <a:pt x="8859745" y="194114"/>
                </a:lnTo>
                <a:cubicBezTo>
                  <a:pt x="8859745" y="208602"/>
                  <a:pt x="8848001" y="220346"/>
                  <a:pt x="8833513" y="220346"/>
                </a:cubicBezTo>
                <a:lnTo>
                  <a:pt x="8728587" y="220346"/>
                </a:lnTo>
                <a:cubicBezTo>
                  <a:pt x="8714099" y="220346"/>
                  <a:pt x="8702355" y="208602"/>
                  <a:pt x="8702355" y="194114"/>
                </a:cubicBezTo>
                <a:lnTo>
                  <a:pt x="8702355" y="26232"/>
                </a:lnTo>
                <a:cubicBezTo>
                  <a:pt x="8702355" y="11744"/>
                  <a:pt x="8714099" y="0"/>
                  <a:pt x="8728587" y="0"/>
                </a:cubicBezTo>
                <a:close/>
                <a:moveTo>
                  <a:pt x="8349988" y="0"/>
                </a:moveTo>
                <a:lnTo>
                  <a:pt x="8454914" y="0"/>
                </a:lnTo>
                <a:cubicBezTo>
                  <a:pt x="8469402" y="0"/>
                  <a:pt x="8481146" y="11744"/>
                  <a:pt x="8481146" y="26232"/>
                </a:cubicBezTo>
                <a:lnTo>
                  <a:pt x="8481146" y="194114"/>
                </a:lnTo>
                <a:cubicBezTo>
                  <a:pt x="8481146" y="208602"/>
                  <a:pt x="8469402" y="220346"/>
                  <a:pt x="8454914" y="220346"/>
                </a:cubicBezTo>
                <a:lnTo>
                  <a:pt x="8349988" y="220346"/>
                </a:lnTo>
                <a:cubicBezTo>
                  <a:pt x="8335500" y="220346"/>
                  <a:pt x="8323756" y="208602"/>
                  <a:pt x="8323756" y="194114"/>
                </a:cubicBezTo>
                <a:lnTo>
                  <a:pt x="8323756" y="26232"/>
                </a:lnTo>
                <a:cubicBezTo>
                  <a:pt x="8323756" y="11744"/>
                  <a:pt x="8335500" y="0"/>
                  <a:pt x="8349988" y="0"/>
                </a:cubicBezTo>
                <a:close/>
                <a:moveTo>
                  <a:pt x="7971389" y="0"/>
                </a:moveTo>
                <a:lnTo>
                  <a:pt x="8076315" y="0"/>
                </a:lnTo>
                <a:cubicBezTo>
                  <a:pt x="8090803" y="0"/>
                  <a:pt x="8102547" y="11744"/>
                  <a:pt x="8102547" y="26232"/>
                </a:cubicBezTo>
                <a:lnTo>
                  <a:pt x="8102547" y="194114"/>
                </a:lnTo>
                <a:cubicBezTo>
                  <a:pt x="8102547" y="208602"/>
                  <a:pt x="8090803" y="220346"/>
                  <a:pt x="8076315" y="220346"/>
                </a:cubicBezTo>
                <a:lnTo>
                  <a:pt x="7971389" y="220346"/>
                </a:lnTo>
                <a:cubicBezTo>
                  <a:pt x="7956901" y="220346"/>
                  <a:pt x="7945157" y="208602"/>
                  <a:pt x="7945157" y="194114"/>
                </a:cubicBezTo>
                <a:lnTo>
                  <a:pt x="7945157" y="26232"/>
                </a:lnTo>
                <a:cubicBezTo>
                  <a:pt x="7945157" y="11744"/>
                  <a:pt x="7956901" y="0"/>
                  <a:pt x="7971389" y="0"/>
                </a:cubicBezTo>
                <a:close/>
                <a:moveTo>
                  <a:pt x="7592790" y="0"/>
                </a:moveTo>
                <a:lnTo>
                  <a:pt x="7697716" y="0"/>
                </a:lnTo>
                <a:cubicBezTo>
                  <a:pt x="7712204" y="0"/>
                  <a:pt x="7723948" y="11744"/>
                  <a:pt x="7723948" y="26232"/>
                </a:cubicBezTo>
                <a:lnTo>
                  <a:pt x="7723948" y="194114"/>
                </a:lnTo>
                <a:cubicBezTo>
                  <a:pt x="7723948" y="208602"/>
                  <a:pt x="7712204" y="220346"/>
                  <a:pt x="7697716" y="220346"/>
                </a:cubicBezTo>
                <a:lnTo>
                  <a:pt x="7592790" y="220346"/>
                </a:lnTo>
                <a:cubicBezTo>
                  <a:pt x="7578302" y="220346"/>
                  <a:pt x="7566558" y="208602"/>
                  <a:pt x="7566558" y="194114"/>
                </a:cubicBezTo>
                <a:lnTo>
                  <a:pt x="7566558" y="26232"/>
                </a:lnTo>
                <a:cubicBezTo>
                  <a:pt x="7566558" y="11744"/>
                  <a:pt x="7578302" y="0"/>
                  <a:pt x="7592790" y="0"/>
                </a:cubicBezTo>
                <a:close/>
                <a:moveTo>
                  <a:pt x="7214191" y="0"/>
                </a:moveTo>
                <a:lnTo>
                  <a:pt x="7319117" y="0"/>
                </a:lnTo>
                <a:cubicBezTo>
                  <a:pt x="7333605" y="0"/>
                  <a:pt x="7345349" y="11744"/>
                  <a:pt x="7345349" y="26232"/>
                </a:cubicBezTo>
                <a:lnTo>
                  <a:pt x="7345349" y="194114"/>
                </a:lnTo>
                <a:cubicBezTo>
                  <a:pt x="7345349" y="208602"/>
                  <a:pt x="7333605" y="220346"/>
                  <a:pt x="7319117" y="220346"/>
                </a:cubicBezTo>
                <a:lnTo>
                  <a:pt x="7214191" y="220346"/>
                </a:lnTo>
                <a:cubicBezTo>
                  <a:pt x="7199703" y="220346"/>
                  <a:pt x="7187959" y="208602"/>
                  <a:pt x="7187959" y="194114"/>
                </a:cubicBezTo>
                <a:lnTo>
                  <a:pt x="7187959" y="26232"/>
                </a:lnTo>
                <a:cubicBezTo>
                  <a:pt x="7187959" y="11744"/>
                  <a:pt x="7199703" y="0"/>
                  <a:pt x="7214191" y="0"/>
                </a:cubicBezTo>
                <a:close/>
                <a:moveTo>
                  <a:pt x="6835592" y="0"/>
                </a:moveTo>
                <a:lnTo>
                  <a:pt x="6940518" y="0"/>
                </a:lnTo>
                <a:cubicBezTo>
                  <a:pt x="6955006" y="0"/>
                  <a:pt x="6966750" y="11744"/>
                  <a:pt x="6966750" y="26232"/>
                </a:cubicBezTo>
                <a:lnTo>
                  <a:pt x="6966750" y="194114"/>
                </a:lnTo>
                <a:cubicBezTo>
                  <a:pt x="6966750" y="208602"/>
                  <a:pt x="6955006" y="220346"/>
                  <a:pt x="6940518" y="220346"/>
                </a:cubicBezTo>
                <a:lnTo>
                  <a:pt x="6835592" y="220346"/>
                </a:lnTo>
                <a:cubicBezTo>
                  <a:pt x="6821104" y="220346"/>
                  <a:pt x="6809360" y="208602"/>
                  <a:pt x="6809360" y="194114"/>
                </a:cubicBezTo>
                <a:lnTo>
                  <a:pt x="6809360" y="26232"/>
                </a:lnTo>
                <a:cubicBezTo>
                  <a:pt x="6809360" y="11744"/>
                  <a:pt x="6821104" y="0"/>
                  <a:pt x="6835592" y="0"/>
                </a:cubicBezTo>
                <a:close/>
                <a:moveTo>
                  <a:pt x="6462413" y="0"/>
                </a:moveTo>
                <a:lnTo>
                  <a:pt x="6567339" y="0"/>
                </a:lnTo>
                <a:cubicBezTo>
                  <a:pt x="6581827" y="0"/>
                  <a:pt x="6593571" y="11744"/>
                  <a:pt x="6593571" y="26232"/>
                </a:cubicBezTo>
                <a:lnTo>
                  <a:pt x="6593571" y="194114"/>
                </a:lnTo>
                <a:cubicBezTo>
                  <a:pt x="6593571" y="208602"/>
                  <a:pt x="6581827" y="220346"/>
                  <a:pt x="6567339" y="220346"/>
                </a:cubicBezTo>
                <a:lnTo>
                  <a:pt x="6462413" y="220346"/>
                </a:lnTo>
                <a:cubicBezTo>
                  <a:pt x="6447925" y="220346"/>
                  <a:pt x="6436181" y="208602"/>
                  <a:pt x="6436181" y="194114"/>
                </a:cubicBezTo>
                <a:lnTo>
                  <a:pt x="6436181" y="26232"/>
                </a:lnTo>
                <a:cubicBezTo>
                  <a:pt x="6436181" y="11744"/>
                  <a:pt x="6447925" y="0"/>
                  <a:pt x="6462413" y="0"/>
                </a:cubicBezTo>
                <a:close/>
                <a:moveTo>
                  <a:pt x="6083814" y="0"/>
                </a:moveTo>
                <a:lnTo>
                  <a:pt x="6188740" y="0"/>
                </a:lnTo>
                <a:cubicBezTo>
                  <a:pt x="6203228" y="0"/>
                  <a:pt x="6214972" y="11744"/>
                  <a:pt x="6214972" y="26232"/>
                </a:cubicBezTo>
                <a:lnTo>
                  <a:pt x="6214972" y="194114"/>
                </a:lnTo>
                <a:cubicBezTo>
                  <a:pt x="6214972" y="208602"/>
                  <a:pt x="6203228" y="220346"/>
                  <a:pt x="6188740" y="220346"/>
                </a:cubicBezTo>
                <a:lnTo>
                  <a:pt x="6083814" y="220346"/>
                </a:lnTo>
                <a:cubicBezTo>
                  <a:pt x="6069326" y="220346"/>
                  <a:pt x="6057582" y="208602"/>
                  <a:pt x="6057582" y="194114"/>
                </a:cubicBezTo>
                <a:lnTo>
                  <a:pt x="6057582" y="26232"/>
                </a:lnTo>
                <a:cubicBezTo>
                  <a:pt x="6057582" y="11744"/>
                  <a:pt x="6069326" y="0"/>
                  <a:pt x="6083814" y="0"/>
                </a:cubicBezTo>
                <a:close/>
                <a:moveTo>
                  <a:pt x="5705215" y="0"/>
                </a:moveTo>
                <a:lnTo>
                  <a:pt x="5810141" y="0"/>
                </a:lnTo>
                <a:cubicBezTo>
                  <a:pt x="5824629" y="0"/>
                  <a:pt x="5836373" y="11744"/>
                  <a:pt x="5836373" y="26232"/>
                </a:cubicBezTo>
                <a:lnTo>
                  <a:pt x="5836373" y="194114"/>
                </a:lnTo>
                <a:cubicBezTo>
                  <a:pt x="5836373" y="208602"/>
                  <a:pt x="5824629" y="220346"/>
                  <a:pt x="5810141" y="220346"/>
                </a:cubicBezTo>
                <a:lnTo>
                  <a:pt x="5705215" y="220346"/>
                </a:lnTo>
                <a:cubicBezTo>
                  <a:pt x="5690727" y="220346"/>
                  <a:pt x="5678983" y="208602"/>
                  <a:pt x="5678983" y="194114"/>
                </a:cubicBezTo>
                <a:lnTo>
                  <a:pt x="5678983" y="26232"/>
                </a:lnTo>
                <a:cubicBezTo>
                  <a:pt x="5678983" y="11744"/>
                  <a:pt x="5690727" y="0"/>
                  <a:pt x="5705215" y="0"/>
                </a:cubicBezTo>
                <a:close/>
                <a:moveTo>
                  <a:pt x="5326616" y="0"/>
                </a:moveTo>
                <a:lnTo>
                  <a:pt x="5431542" y="0"/>
                </a:lnTo>
                <a:cubicBezTo>
                  <a:pt x="5446030" y="0"/>
                  <a:pt x="5457774" y="11744"/>
                  <a:pt x="5457774" y="26232"/>
                </a:cubicBezTo>
                <a:lnTo>
                  <a:pt x="5457774" y="194114"/>
                </a:lnTo>
                <a:cubicBezTo>
                  <a:pt x="5457774" y="208602"/>
                  <a:pt x="5446030" y="220346"/>
                  <a:pt x="5431542" y="220346"/>
                </a:cubicBezTo>
                <a:lnTo>
                  <a:pt x="5326616" y="220346"/>
                </a:lnTo>
                <a:cubicBezTo>
                  <a:pt x="5312128" y="220346"/>
                  <a:pt x="5300384" y="208602"/>
                  <a:pt x="5300384" y="194114"/>
                </a:cubicBezTo>
                <a:lnTo>
                  <a:pt x="5300384" y="26232"/>
                </a:lnTo>
                <a:cubicBezTo>
                  <a:pt x="5300384" y="11744"/>
                  <a:pt x="5312128" y="0"/>
                  <a:pt x="5326616" y="0"/>
                </a:cubicBezTo>
                <a:close/>
                <a:moveTo>
                  <a:pt x="4948017" y="0"/>
                </a:moveTo>
                <a:lnTo>
                  <a:pt x="5052943" y="0"/>
                </a:lnTo>
                <a:cubicBezTo>
                  <a:pt x="5067431" y="0"/>
                  <a:pt x="5079175" y="11744"/>
                  <a:pt x="5079175" y="26232"/>
                </a:cubicBezTo>
                <a:lnTo>
                  <a:pt x="5079175" y="194114"/>
                </a:lnTo>
                <a:cubicBezTo>
                  <a:pt x="5079175" y="208602"/>
                  <a:pt x="5067431" y="220346"/>
                  <a:pt x="5052943" y="220346"/>
                </a:cubicBezTo>
                <a:lnTo>
                  <a:pt x="4948017" y="220346"/>
                </a:lnTo>
                <a:cubicBezTo>
                  <a:pt x="4933529" y="220346"/>
                  <a:pt x="4921785" y="208602"/>
                  <a:pt x="4921785" y="194114"/>
                </a:cubicBezTo>
                <a:lnTo>
                  <a:pt x="4921785" y="26232"/>
                </a:lnTo>
                <a:cubicBezTo>
                  <a:pt x="4921785" y="11744"/>
                  <a:pt x="4933529" y="0"/>
                  <a:pt x="4948017" y="0"/>
                </a:cubicBezTo>
                <a:close/>
                <a:moveTo>
                  <a:pt x="4569418" y="0"/>
                </a:moveTo>
                <a:lnTo>
                  <a:pt x="4674344" y="0"/>
                </a:lnTo>
                <a:cubicBezTo>
                  <a:pt x="4688832" y="0"/>
                  <a:pt x="4700576" y="11744"/>
                  <a:pt x="4700576" y="26232"/>
                </a:cubicBezTo>
                <a:lnTo>
                  <a:pt x="4700576" y="194114"/>
                </a:lnTo>
                <a:cubicBezTo>
                  <a:pt x="4700576" y="208602"/>
                  <a:pt x="4688832" y="220346"/>
                  <a:pt x="4674344" y="220346"/>
                </a:cubicBezTo>
                <a:lnTo>
                  <a:pt x="4569418" y="220346"/>
                </a:lnTo>
                <a:cubicBezTo>
                  <a:pt x="4554930" y="220346"/>
                  <a:pt x="4543186" y="208602"/>
                  <a:pt x="4543186" y="194114"/>
                </a:cubicBezTo>
                <a:lnTo>
                  <a:pt x="4543186" y="26232"/>
                </a:lnTo>
                <a:cubicBezTo>
                  <a:pt x="4543186" y="11744"/>
                  <a:pt x="4554930" y="0"/>
                  <a:pt x="4569418" y="0"/>
                </a:cubicBezTo>
                <a:close/>
                <a:moveTo>
                  <a:pt x="4190819" y="0"/>
                </a:moveTo>
                <a:lnTo>
                  <a:pt x="4295745" y="0"/>
                </a:lnTo>
                <a:cubicBezTo>
                  <a:pt x="4310233" y="0"/>
                  <a:pt x="4321977" y="11744"/>
                  <a:pt x="4321977" y="26232"/>
                </a:cubicBezTo>
                <a:lnTo>
                  <a:pt x="4321977" y="194114"/>
                </a:lnTo>
                <a:cubicBezTo>
                  <a:pt x="4321977" y="208602"/>
                  <a:pt x="4310233" y="220346"/>
                  <a:pt x="4295745" y="220346"/>
                </a:cubicBezTo>
                <a:lnTo>
                  <a:pt x="4190819" y="220346"/>
                </a:lnTo>
                <a:cubicBezTo>
                  <a:pt x="4176331" y="220346"/>
                  <a:pt x="4164587" y="208602"/>
                  <a:pt x="4164587" y="194114"/>
                </a:cubicBezTo>
                <a:lnTo>
                  <a:pt x="4164587" y="26232"/>
                </a:lnTo>
                <a:cubicBezTo>
                  <a:pt x="4164587" y="11744"/>
                  <a:pt x="4176331" y="0"/>
                  <a:pt x="4190819" y="0"/>
                </a:cubicBezTo>
                <a:close/>
                <a:moveTo>
                  <a:pt x="3812220" y="0"/>
                </a:moveTo>
                <a:lnTo>
                  <a:pt x="3917146" y="0"/>
                </a:lnTo>
                <a:cubicBezTo>
                  <a:pt x="3931634" y="0"/>
                  <a:pt x="3943378" y="11744"/>
                  <a:pt x="3943378" y="26232"/>
                </a:cubicBezTo>
                <a:lnTo>
                  <a:pt x="3943378" y="194114"/>
                </a:lnTo>
                <a:cubicBezTo>
                  <a:pt x="3943378" y="208602"/>
                  <a:pt x="3931634" y="220346"/>
                  <a:pt x="3917146" y="220346"/>
                </a:cubicBezTo>
                <a:lnTo>
                  <a:pt x="3812220" y="220346"/>
                </a:lnTo>
                <a:cubicBezTo>
                  <a:pt x="3797732" y="220346"/>
                  <a:pt x="3785988" y="208602"/>
                  <a:pt x="3785988" y="194114"/>
                </a:cubicBezTo>
                <a:lnTo>
                  <a:pt x="3785988" y="26232"/>
                </a:lnTo>
                <a:cubicBezTo>
                  <a:pt x="3785988" y="11744"/>
                  <a:pt x="3797732" y="0"/>
                  <a:pt x="3812220" y="0"/>
                </a:cubicBezTo>
                <a:close/>
                <a:moveTo>
                  <a:pt x="3433621" y="0"/>
                </a:moveTo>
                <a:lnTo>
                  <a:pt x="3538547" y="0"/>
                </a:lnTo>
                <a:cubicBezTo>
                  <a:pt x="3553035" y="0"/>
                  <a:pt x="3564779" y="11744"/>
                  <a:pt x="3564779" y="26232"/>
                </a:cubicBezTo>
                <a:lnTo>
                  <a:pt x="3564779" y="194114"/>
                </a:lnTo>
                <a:cubicBezTo>
                  <a:pt x="3564779" y="208602"/>
                  <a:pt x="3553035" y="220346"/>
                  <a:pt x="3538547" y="220346"/>
                </a:cubicBezTo>
                <a:lnTo>
                  <a:pt x="3433621" y="220346"/>
                </a:lnTo>
                <a:cubicBezTo>
                  <a:pt x="3419133" y="220346"/>
                  <a:pt x="3407389" y="208602"/>
                  <a:pt x="3407389" y="194114"/>
                </a:cubicBezTo>
                <a:lnTo>
                  <a:pt x="3407389" y="26232"/>
                </a:lnTo>
                <a:cubicBezTo>
                  <a:pt x="3407389" y="11744"/>
                  <a:pt x="3419133" y="0"/>
                  <a:pt x="3433621" y="0"/>
                </a:cubicBezTo>
                <a:close/>
                <a:moveTo>
                  <a:pt x="3055022" y="0"/>
                </a:moveTo>
                <a:lnTo>
                  <a:pt x="3159949" y="0"/>
                </a:lnTo>
                <a:cubicBezTo>
                  <a:pt x="3174436" y="0"/>
                  <a:pt x="3186180" y="11744"/>
                  <a:pt x="3186180" y="26232"/>
                </a:cubicBezTo>
                <a:lnTo>
                  <a:pt x="3186180" y="194114"/>
                </a:lnTo>
                <a:cubicBezTo>
                  <a:pt x="3186180" y="208602"/>
                  <a:pt x="3174436" y="220346"/>
                  <a:pt x="3159949" y="220346"/>
                </a:cubicBezTo>
                <a:lnTo>
                  <a:pt x="3055022" y="220346"/>
                </a:lnTo>
                <a:cubicBezTo>
                  <a:pt x="3040535" y="220346"/>
                  <a:pt x="3028791" y="208602"/>
                  <a:pt x="3028791" y="194114"/>
                </a:cubicBezTo>
                <a:lnTo>
                  <a:pt x="3028791" y="26232"/>
                </a:lnTo>
                <a:cubicBezTo>
                  <a:pt x="3028791" y="11744"/>
                  <a:pt x="3040535" y="0"/>
                  <a:pt x="3055022" y="0"/>
                </a:cubicBezTo>
                <a:close/>
                <a:moveTo>
                  <a:pt x="2676424" y="0"/>
                </a:moveTo>
                <a:lnTo>
                  <a:pt x="2781350" y="0"/>
                </a:lnTo>
                <a:cubicBezTo>
                  <a:pt x="2795839" y="0"/>
                  <a:pt x="2807583" y="11744"/>
                  <a:pt x="2807583" y="26232"/>
                </a:cubicBezTo>
                <a:lnTo>
                  <a:pt x="2807583" y="194114"/>
                </a:lnTo>
                <a:cubicBezTo>
                  <a:pt x="2807583" y="208602"/>
                  <a:pt x="2795839" y="220346"/>
                  <a:pt x="2781350" y="220346"/>
                </a:cubicBezTo>
                <a:lnTo>
                  <a:pt x="2676424" y="220346"/>
                </a:lnTo>
                <a:cubicBezTo>
                  <a:pt x="2661936" y="220346"/>
                  <a:pt x="2650192" y="208602"/>
                  <a:pt x="2650192" y="194114"/>
                </a:cubicBezTo>
                <a:lnTo>
                  <a:pt x="2650192" y="26232"/>
                </a:lnTo>
                <a:cubicBezTo>
                  <a:pt x="2650192" y="11744"/>
                  <a:pt x="2661936" y="0"/>
                  <a:pt x="2676424" y="0"/>
                </a:cubicBezTo>
                <a:close/>
                <a:moveTo>
                  <a:pt x="2297824" y="0"/>
                </a:moveTo>
                <a:lnTo>
                  <a:pt x="2402751" y="0"/>
                </a:lnTo>
                <a:cubicBezTo>
                  <a:pt x="2417239" y="0"/>
                  <a:pt x="2428983" y="11744"/>
                  <a:pt x="2428983" y="26232"/>
                </a:cubicBezTo>
                <a:lnTo>
                  <a:pt x="2428983" y="194114"/>
                </a:lnTo>
                <a:cubicBezTo>
                  <a:pt x="2428983" y="208602"/>
                  <a:pt x="2417239" y="220346"/>
                  <a:pt x="2402751" y="220346"/>
                </a:cubicBezTo>
                <a:lnTo>
                  <a:pt x="2297824" y="220346"/>
                </a:lnTo>
                <a:cubicBezTo>
                  <a:pt x="2283337" y="220346"/>
                  <a:pt x="2271592" y="208602"/>
                  <a:pt x="2271592" y="194114"/>
                </a:cubicBezTo>
                <a:lnTo>
                  <a:pt x="2271592" y="26232"/>
                </a:lnTo>
                <a:cubicBezTo>
                  <a:pt x="2271592" y="11744"/>
                  <a:pt x="2283337" y="0"/>
                  <a:pt x="2297824" y="0"/>
                </a:cubicBezTo>
                <a:close/>
                <a:moveTo>
                  <a:pt x="1919226" y="0"/>
                </a:moveTo>
                <a:lnTo>
                  <a:pt x="2024152" y="0"/>
                </a:lnTo>
                <a:cubicBezTo>
                  <a:pt x="2038640" y="0"/>
                  <a:pt x="2050384" y="11744"/>
                  <a:pt x="2050384" y="26232"/>
                </a:cubicBezTo>
                <a:lnTo>
                  <a:pt x="2050384" y="194114"/>
                </a:lnTo>
                <a:cubicBezTo>
                  <a:pt x="2050384" y="208602"/>
                  <a:pt x="2038640" y="220346"/>
                  <a:pt x="2024152" y="220346"/>
                </a:cubicBezTo>
                <a:lnTo>
                  <a:pt x="1919226" y="220346"/>
                </a:lnTo>
                <a:cubicBezTo>
                  <a:pt x="1904738" y="220346"/>
                  <a:pt x="1892994" y="208602"/>
                  <a:pt x="1892994" y="194114"/>
                </a:cubicBezTo>
                <a:lnTo>
                  <a:pt x="1892994" y="26232"/>
                </a:lnTo>
                <a:cubicBezTo>
                  <a:pt x="1892994" y="11744"/>
                  <a:pt x="1904738" y="0"/>
                  <a:pt x="1919226" y="0"/>
                </a:cubicBezTo>
                <a:close/>
                <a:moveTo>
                  <a:pt x="1540627" y="0"/>
                </a:moveTo>
                <a:lnTo>
                  <a:pt x="1645553" y="0"/>
                </a:lnTo>
                <a:cubicBezTo>
                  <a:pt x="1660041" y="0"/>
                  <a:pt x="1671785" y="11744"/>
                  <a:pt x="1671785" y="26232"/>
                </a:cubicBezTo>
                <a:lnTo>
                  <a:pt x="1671785" y="194114"/>
                </a:lnTo>
                <a:cubicBezTo>
                  <a:pt x="1671785" y="208602"/>
                  <a:pt x="1660041" y="220346"/>
                  <a:pt x="1645553" y="220346"/>
                </a:cubicBezTo>
                <a:lnTo>
                  <a:pt x="1540627" y="220346"/>
                </a:lnTo>
                <a:cubicBezTo>
                  <a:pt x="1526139" y="220346"/>
                  <a:pt x="1514395" y="208602"/>
                  <a:pt x="1514395" y="194114"/>
                </a:cubicBezTo>
                <a:lnTo>
                  <a:pt x="1514395" y="26232"/>
                </a:lnTo>
                <a:cubicBezTo>
                  <a:pt x="1514395" y="11744"/>
                  <a:pt x="1526139" y="0"/>
                  <a:pt x="1540627" y="0"/>
                </a:cubicBezTo>
                <a:close/>
                <a:moveTo>
                  <a:pt x="1162028" y="0"/>
                </a:moveTo>
                <a:lnTo>
                  <a:pt x="1266954" y="0"/>
                </a:lnTo>
                <a:cubicBezTo>
                  <a:pt x="1281443" y="0"/>
                  <a:pt x="1293187" y="11744"/>
                  <a:pt x="1293187" y="26232"/>
                </a:cubicBezTo>
                <a:lnTo>
                  <a:pt x="1293187" y="194114"/>
                </a:lnTo>
                <a:cubicBezTo>
                  <a:pt x="1293187" y="208602"/>
                  <a:pt x="1281443" y="220346"/>
                  <a:pt x="1266954" y="220346"/>
                </a:cubicBezTo>
                <a:lnTo>
                  <a:pt x="1162028" y="220346"/>
                </a:lnTo>
                <a:cubicBezTo>
                  <a:pt x="1147540" y="220346"/>
                  <a:pt x="1135796" y="208602"/>
                  <a:pt x="1135796" y="194114"/>
                </a:cubicBezTo>
                <a:lnTo>
                  <a:pt x="1135796" y="26232"/>
                </a:lnTo>
                <a:cubicBezTo>
                  <a:pt x="1135796" y="11744"/>
                  <a:pt x="1147540" y="0"/>
                  <a:pt x="1162028" y="0"/>
                </a:cubicBezTo>
                <a:close/>
                <a:moveTo>
                  <a:pt x="783429" y="0"/>
                </a:moveTo>
                <a:lnTo>
                  <a:pt x="888355" y="0"/>
                </a:lnTo>
                <a:cubicBezTo>
                  <a:pt x="902843" y="0"/>
                  <a:pt x="914587" y="11744"/>
                  <a:pt x="914587" y="26232"/>
                </a:cubicBezTo>
                <a:lnTo>
                  <a:pt x="914587" y="194114"/>
                </a:lnTo>
                <a:cubicBezTo>
                  <a:pt x="914587" y="208602"/>
                  <a:pt x="902843" y="220346"/>
                  <a:pt x="888355" y="220346"/>
                </a:cubicBezTo>
                <a:lnTo>
                  <a:pt x="783429" y="220346"/>
                </a:lnTo>
                <a:cubicBezTo>
                  <a:pt x="768941" y="220346"/>
                  <a:pt x="757197" y="208602"/>
                  <a:pt x="757197" y="194114"/>
                </a:cubicBezTo>
                <a:lnTo>
                  <a:pt x="757197" y="26232"/>
                </a:lnTo>
                <a:cubicBezTo>
                  <a:pt x="757197" y="11744"/>
                  <a:pt x="768941" y="0"/>
                  <a:pt x="783429" y="0"/>
                </a:cubicBezTo>
                <a:close/>
                <a:moveTo>
                  <a:pt x="404830" y="0"/>
                </a:moveTo>
                <a:lnTo>
                  <a:pt x="509756" y="0"/>
                </a:lnTo>
                <a:cubicBezTo>
                  <a:pt x="524244" y="0"/>
                  <a:pt x="535988" y="11744"/>
                  <a:pt x="535988" y="26232"/>
                </a:cubicBezTo>
                <a:lnTo>
                  <a:pt x="535988" y="194114"/>
                </a:lnTo>
                <a:cubicBezTo>
                  <a:pt x="535988" y="208602"/>
                  <a:pt x="524244" y="220346"/>
                  <a:pt x="509756" y="220346"/>
                </a:cubicBezTo>
                <a:lnTo>
                  <a:pt x="404830" y="220346"/>
                </a:lnTo>
                <a:cubicBezTo>
                  <a:pt x="390342" y="220346"/>
                  <a:pt x="378598" y="208602"/>
                  <a:pt x="378598" y="194114"/>
                </a:cubicBezTo>
                <a:lnTo>
                  <a:pt x="378598" y="26232"/>
                </a:lnTo>
                <a:cubicBezTo>
                  <a:pt x="378598" y="11744"/>
                  <a:pt x="390342" y="0"/>
                  <a:pt x="404830" y="0"/>
                </a:cubicBezTo>
                <a:close/>
                <a:moveTo>
                  <a:pt x="26232" y="0"/>
                </a:moveTo>
                <a:lnTo>
                  <a:pt x="131158" y="0"/>
                </a:lnTo>
                <a:cubicBezTo>
                  <a:pt x="145646" y="0"/>
                  <a:pt x="157390" y="11744"/>
                  <a:pt x="157390" y="26232"/>
                </a:cubicBezTo>
                <a:lnTo>
                  <a:pt x="157390" y="194114"/>
                </a:lnTo>
                <a:cubicBezTo>
                  <a:pt x="157390" y="208602"/>
                  <a:pt x="145646" y="220346"/>
                  <a:pt x="131158" y="220346"/>
                </a:cubicBezTo>
                <a:lnTo>
                  <a:pt x="26232" y="220346"/>
                </a:lnTo>
                <a:cubicBezTo>
                  <a:pt x="11744" y="220346"/>
                  <a:pt x="0" y="208602"/>
                  <a:pt x="0" y="194114"/>
                </a:cubicBezTo>
                <a:lnTo>
                  <a:pt x="0" y="26232"/>
                </a:lnTo>
                <a:cubicBezTo>
                  <a:pt x="0" y="11744"/>
                  <a:pt x="11744" y="0"/>
                  <a:pt x="26232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05" name="标题 1"/>
          <p:cNvSpPr/>
          <p:nvPr/>
        </p:nvSpPr>
        <p:spPr>
          <a:xfrm flipH="1" flipV="1">
            <a:off x="9183960" y="2179080"/>
            <a:ext cx="703080" cy="557640"/>
          </a:xfrm>
          <a:custGeom>
            <a:avLst/>
            <a:gdLst>
              <a:gd name="textAreaLeft" fmla="*/ -360 w 703080"/>
              <a:gd name="textAreaRight" fmla="*/ 703080 w 703080"/>
              <a:gd name="textAreaTop" fmla="*/ -360 h 557640"/>
              <a:gd name="textAreaBottom" fmla="*/ 557640 h 557640"/>
            </a:gdLst>
            <a:ahLst/>
            <a:cxnLst/>
            <a:rect l="textAreaLeft" t="textAreaTop" r="textAreaRight" b="textAreaBottom"/>
            <a:pathLst>
              <a:path w="431250" h="342240">
                <a:moveTo>
                  <a:pt x="172500" y="342240"/>
                </a:moveTo>
                <a:lnTo>
                  <a:pt x="0" y="342240"/>
                </a:lnTo>
                <a:lnTo>
                  <a:pt x="0" y="169740"/>
                </a:lnTo>
                <a:cubicBezTo>
                  <a:pt x="1508" y="75551"/>
                  <a:pt x="78299" y="-12"/>
                  <a:pt x="172500" y="0"/>
                </a:cubicBezTo>
                <a:lnTo>
                  <a:pt x="172500" y="74003"/>
                </a:lnTo>
                <a:cubicBezTo>
                  <a:pt x="119195" y="74028"/>
                  <a:pt x="75583" y="116456"/>
                  <a:pt x="74089" y="169740"/>
                </a:cubicBezTo>
                <a:lnTo>
                  <a:pt x="172500" y="169740"/>
                </a:lnTo>
                <a:close/>
                <a:moveTo>
                  <a:pt x="431250" y="342240"/>
                </a:moveTo>
                <a:lnTo>
                  <a:pt x="258750" y="342240"/>
                </a:lnTo>
                <a:lnTo>
                  <a:pt x="258750" y="169740"/>
                </a:lnTo>
                <a:cubicBezTo>
                  <a:pt x="260258" y="75551"/>
                  <a:pt x="337049" y="-12"/>
                  <a:pt x="431250" y="0"/>
                </a:cubicBezTo>
                <a:lnTo>
                  <a:pt x="431250" y="74003"/>
                </a:lnTo>
                <a:cubicBezTo>
                  <a:pt x="377945" y="74028"/>
                  <a:pt x="334333" y="116456"/>
                  <a:pt x="332839" y="169740"/>
                </a:cubicBezTo>
                <a:lnTo>
                  <a:pt x="431250" y="169740"/>
                </a:lnTo>
                <a:close/>
              </a:path>
            </a:pathLst>
          </a:custGeom>
          <a:solidFill>
            <a:schemeClr val="accent1"/>
          </a:solidFill>
          <a:ln w="5424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06" name="标题 1"/>
          <p:cNvSpPr/>
          <p:nvPr/>
        </p:nvSpPr>
        <p:spPr>
          <a:xfrm rot="16200000" flipV="1">
            <a:off x="9837000" y="3253320"/>
            <a:ext cx="2653200" cy="126360"/>
          </a:xfrm>
          <a:custGeom>
            <a:avLst/>
            <a:gdLst>
              <a:gd name="textAreaLeft" fmla="*/ 0 w 2653200"/>
              <a:gd name="textAreaRight" fmla="*/ 2653560 w 2653200"/>
              <a:gd name="textAreaTop" fmla="*/ -360 h 126360"/>
              <a:gd name="textAreaBottom" fmla="*/ 126360 h 126360"/>
            </a:gdLst>
            <a:ahLst/>
            <a:cxnLst/>
            <a:rect l="textAreaLeft" t="textAreaTop" r="textAreaRight" b="textAreaBottom"/>
            <a:pathLst>
              <a:path w="2653725" h="126659">
                <a:moveTo>
                  <a:pt x="87159" y="63330"/>
                </a:moveTo>
                <a:lnTo>
                  <a:pt x="0" y="5975"/>
                </a:lnTo>
                <a:lnTo>
                  <a:pt x="0" y="120685"/>
                </a:lnTo>
                <a:close/>
                <a:moveTo>
                  <a:pt x="241763" y="63330"/>
                </a:moveTo>
                <a:lnTo>
                  <a:pt x="154604" y="5975"/>
                </a:lnTo>
                <a:lnTo>
                  <a:pt x="154604" y="120685"/>
                </a:lnTo>
                <a:close/>
                <a:moveTo>
                  <a:pt x="2190155" y="75045"/>
                </a:moveTo>
                <a:lnTo>
                  <a:pt x="2190155" y="51615"/>
                </a:lnTo>
                <a:lnTo>
                  <a:pt x="315691" y="51615"/>
                </a:lnTo>
                <a:lnTo>
                  <a:pt x="315691" y="75045"/>
                </a:lnTo>
                <a:close/>
                <a:moveTo>
                  <a:pt x="2344679" y="126659"/>
                </a:moveTo>
                <a:lnTo>
                  <a:pt x="2344679" y="0"/>
                </a:lnTo>
                <a:lnTo>
                  <a:pt x="2257602" y="0"/>
                </a:lnTo>
                <a:lnTo>
                  <a:pt x="2257602" y="126659"/>
                </a:lnTo>
                <a:close/>
                <a:moveTo>
                  <a:pt x="2499202" y="126659"/>
                </a:moveTo>
                <a:lnTo>
                  <a:pt x="2499202" y="0"/>
                </a:lnTo>
                <a:lnTo>
                  <a:pt x="2412125" y="0"/>
                </a:lnTo>
                <a:lnTo>
                  <a:pt x="2412125" y="126659"/>
                </a:lnTo>
                <a:close/>
                <a:moveTo>
                  <a:pt x="2653725" y="126659"/>
                </a:moveTo>
                <a:lnTo>
                  <a:pt x="2653725" y="0"/>
                </a:lnTo>
                <a:lnTo>
                  <a:pt x="2566648" y="0"/>
                </a:lnTo>
                <a:lnTo>
                  <a:pt x="2566648" y="126659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07" name="标题 1"/>
          <p:cNvSpPr/>
          <p:nvPr/>
        </p:nvSpPr>
        <p:spPr>
          <a:xfrm rot="10800000">
            <a:off x="2685960" y="715320"/>
            <a:ext cx="1295640" cy="35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36000" bIns="3600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08" name="标题 1"/>
          <p:cNvSpPr/>
          <p:nvPr/>
        </p:nvSpPr>
        <p:spPr>
          <a:xfrm>
            <a:off x="4560120" y="636120"/>
            <a:ext cx="133560" cy="1944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09" name="标题 1"/>
          <p:cNvSpPr/>
          <p:nvPr/>
        </p:nvSpPr>
        <p:spPr>
          <a:xfrm>
            <a:off x="4322520" y="636120"/>
            <a:ext cx="133560" cy="19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10" name="标题 1"/>
          <p:cNvSpPr/>
          <p:nvPr/>
        </p:nvSpPr>
        <p:spPr>
          <a:xfrm>
            <a:off x="4085280" y="636120"/>
            <a:ext cx="133560" cy="19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11" name="标题 1"/>
          <p:cNvSpPr/>
          <p:nvPr/>
        </p:nvSpPr>
        <p:spPr>
          <a:xfrm rot="5400000">
            <a:off x="10938240" y="5854320"/>
            <a:ext cx="404280" cy="771840"/>
          </a:xfrm>
          <a:custGeom>
            <a:avLst/>
            <a:gdLst>
              <a:gd name="textAreaLeft" fmla="*/ 0 w 404280"/>
              <a:gd name="textAreaRight" fmla="*/ 404640 w 404280"/>
              <a:gd name="textAreaTop" fmla="*/ 0 h 771840"/>
              <a:gd name="textAreaBottom" fmla="*/ 772200 h 771840"/>
            </a:gdLst>
            <a:ahLst/>
            <a:cxnLst/>
            <a:rect l="textAreaLeft" t="textAreaTop" r="textAreaRight" b="textAreaBottom"/>
            <a:pathLst>
              <a:path w="606471" h="1157772">
                <a:moveTo>
                  <a:pt x="557385" y="1059599"/>
                </a:moveTo>
                <a:cubicBezTo>
                  <a:pt x="584494" y="1059599"/>
                  <a:pt x="606471" y="1081575"/>
                  <a:pt x="606471" y="1108685"/>
                </a:cubicBezTo>
                <a:cubicBezTo>
                  <a:pt x="606471" y="1135795"/>
                  <a:pt x="584494" y="1157772"/>
                  <a:pt x="557385" y="1157772"/>
                </a:cubicBezTo>
                <a:cubicBezTo>
                  <a:pt x="530275" y="1157772"/>
                  <a:pt x="508298" y="1135795"/>
                  <a:pt x="508298" y="1108685"/>
                </a:cubicBezTo>
                <a:cubicBezTo>
                  <a:pt x="508298" y="1081575"/>
                  <a:pt x="530275" y="1059599"/>
                  <a:pt x="557385" y="1059599"/>
                </a:cubicBezTo>
                <a:close/>
                <a:moveTo>
                  <a:pt x="387320" y="1059599"/>
                </a:moveTo>
                <a:cubicBezTo>
                  <a:pt x="414430" y="1059599"/>
                  <a:pt x="436407" y="1081575"/>
                  <a:pt x="436407" y="1108685"/>
                </a:cubicBezTo>
                <a:cubicBezTo>
                  <a:pt x="436407" y="1135795"/>
                  <a:pt x="414430" y="1157772"/>
                  <a:pt x="387320" y="1157772"/>
                </a:cubicBezTo>
                <a:cubicBezTo>
                  <a:pt x="360211" y="1157772"/>
                  <a:pt x="338234" y="1135795"/>
                  <a:pt x="338234" y="1108685"/>
                </a:cubicBezTo>
                <a:cubicBezTo>
                  <a:pt x="338234" y="1081575"/>
                  <a:pt x="360211" y="1059599"/>
                  <a:pt x="387320" y="1059599"/>
                </a:cubicBezTo>
                <a:close/>
                <a:moveTo>
                  <a:pt x="219151" y="1059599"/>
                </a:moveTo>
                <a:cubicBezTo>
                  <a:pt x="246260" y="1059599"/>
                  <a:pt x="268237" y="1081575"/>
                  <a:pt x="268237" y="1108685"/>
                </a:cubicBezTo>
                <a:cubicBezTo>
                  <a:pt x="268237" y="1135795"/>
                  <a:pt x="246260" y="1157772"/>
                  <a:pt x="219151" y="1157772"/>
                </a:cubicBezTo>
                <a:cubicBezTo>
                  <a:pt x="192041" y="1157772"/>
                  <a:pt x="170064" y="1135795"/>
                  <a:pt x="170064" y="1108685"/>
                </a:cubicBezTo>
                <a:cubicBezTo>
                  <a:pt x="170064" y="1081575"/>
                  <a:pt x="192041" y="1059599"/>
                  <a:pt x="219151" y="1059599"/>
                </a:cubicBezTo>
                <a:close/>
                <a:moveTo>
                  <a:pt x="49086" y="1059599"/>
                </a:moveTo>
                <a:cubicBezTo>
                  <a:pt x="76196" y="1059599"/>
                  <a:pt x="98173" y="1081575"/>
                  <a:pt x="98173" y="1108685"/>
                </a:cubicBezTo>
                <a:cubicBezTo>
                  <a:pt x="98173" y="1135795"/>
                  <a:pt x="76196" y="1157772"/>
                  <a:pt x="49086" y="1157772"/>
                </a:cubicBezTo>
                <a:cubicBezTo>
                  <a:pt x="21977" y="1157772"/>
                  <a:pt x="0" y="1135795"/>
                  <a:pt x="0" y="1108685"/>
                </a:cubicBezTo>
                <a:cubicBezTo>
                  <a:pt x="0" y="1081575"/>
                  <a:pt x="21977" y="1059599"/>
                  <a:pt x="49086" y="1059599"/>
                </a:cubicBezTo>
                <a:close/>
                <a:moveTo>
                  <a:pt x="557385" y="882999"/>
                </a:moveTo>
                <a:cubicBezTo>
                  <a:pt x="584494" y="882999"/>
                  <a:pt x="606471" y="904976"/>
                  <a:pt x="606471" y="932085"/>
                </a:cubicBezTo>
                <a:cubicBezTo>
                  <a:pt x="606471" y="959195"/>
                  <a:pt x="584494" y="981172"/>
                  <a:pt x="557385" y="981172"/>
                </a:cubicBezTo>
                <a:cubicBezTo>
                  <a:pt x="530275" y="981172"/>
                  <a:pt x="508298" y="959195"/>
                  <a:pt x="508298" y="932085"/>
                </a:cubicBezTo>
                <a:cubicBezTo>
                  <a:pt x="508298" y="904976"/>
                  <a:pt x="530275" y="882999"/>
                  <a:pt x="557385" y="882999"/>
                </a:cubicBezTo>
                <a:close/>
                <a:moveTo>
                  <a:pt x="387320" y="882999"/>
                </a:moveTo>
                <a:cubicBezTo>
                  <a:pt x="414430" y="882999"/>
                  <a:pt x="436407" y="904976"/>
                  <a:pt x="436407" y="932085"/>
                </a:cubicBezTo>
                <a:cubicBezTo>
                  <a:pt x="436407" y="959195"/>
                  <a:pt x="414430" y="981172"/>
                  <a:pt x="387320" y="981172"/>
                </a:cubicBezTo>
                <a:cubicBezTo>
                  <a:pt x="360211" y="981172"/>
                  <a:pt x="338234" y="959195"/>
                  <a:pt x="338234" y="932085"/>
                </a:cubicBezTo>
                <a:cubicBezTo>
                  <a:pt x="338234" y="904976"/>
                  <a:pt x="360211" y="882999"/>
                  <a:pt x="387320" y="882999"/>
                </a:cubicBezTo>
                <a:close/>
                <a:moveTo>
                  <a:pt x="219151" y="882999"/>
                </a:moveTo>
                <a:cubicBezTo>
                  <a:pt x="246260" y="882999"/>
                  <a:pt x="268237" y="904976"/>
                  <a:pt x="268237" y="932085"/>
                </a:cubicBezTo>
                <a:cubicBezTo>
                  <a:pt x="268237" y="959195"/>
                  <a:pt x="246260" y="981172"/>
                  <a:pt x="219151" y="981172"/>
                </a:cubicBezTo>
                <a:cubicBezTo>
                  <a:pt x="192041" y="981172"/>
                  <a:pt x="170064" y="959195"/>
                  <a:pt x="170064" y="932085"/>
                </a:cubicBezTo>
                <a:cubicBezTo>
                  <a:pt x="170064" y="904976"/>
                  <a:pt x="192041" y="882999"/>
                  <a:pt x="219151" y="882999"/>
                </a:cubicBezTo>
                <a:close/>
                <a:moveTo>
                  <a:pt x="49086" y="882999"/>
                </a:moveTo>
                <a:cubicBezTo>
                  <a:pt x="76196" y="882999"/>
                  <a:pt x="98173" y="904976"/>
                  <a:pt x="98173" y="932085"/>
                </a:cubicBezTo>
                <a:cubicBezTo>
                  <a:pt x="98173" y="959195"/>
                  <a:pt x="76196" y="981172"/>
                  <a:pt x="49086" y="981172"/>
                </a:cubicBezTo>
                <a:cubicBezTo>
                  <a:pt x="21977" y="981172"/>
                  <a:pt x="0" y="959195"/>
                  <a:pt x="0" y="932085"/>
                </a:cubicBezTo>
                <a:cubicBezTo>
                  <a:pt x="0" y="904976"/>
                  <a:pt x="21977" y="882999"/>
                  <a:pt x="49086" y="882999"/>
                </a:cubicBezTo>
                <a:close/>
                <a:moveTo>
                  <a:pt x="557385" y="706399"/>
                </a:moveTo>
                <a:cubicBezTo>
                  <a:pt x="584494" y="706399"/>
                  <a:pt x="606471" y="728376"/>
                  <a:pt x="606471" y="755486"/>
                </a:cubicBezTo>
                <a:cubicBezTo>
                  <a:pt x="606471" y="782595"/>
                  <a:pt x="584494" y="804572"/>
                  <a:pt x="557385" y="804572"/>
                </a:cubicBezTo>
                <a:cubicBezTo>
                  <a:pt x="530275" y="804572"/>
                  <a:pt x="508298" y="782595"/>
                  <a:pt x="508298" y="755486"/>
                </a:cubicBezTo>
                <a:cubicBezTo>
                  <a:pt x="508298" y="728376"/>
                  <a:pt x="530275" y="706399"/>
                  <a:pt x="557385" y="706399"/>
                </a:cubicBezTo>
                <a:close/>
                <a:moveTo>
                  <a:pt x="387320" y="706399"/>
                </a:moveTo>
                <a:cubicBezTo>
                  <a:pt x="414430" y="706399"/>
                  <a:pt x="436407" y="728376"/>
                  <a:pt x="436407" y="755486"/>
                </a:cubicBezTo>
                <a:cubicBezTo>
                  <a:pt x="436407" y="782595"/>
                  <a:pt x="414430" y="804572"/>
                  <a:pt x="387320" y="804572"/>
                </a:cubicBezTo>
                <a:cubicBezTo>
                  <a:pt x="360211" y="804572"/>
                  <a:pt x="338234" y="782595"/>
                  <a:pt x="338234" y="755486"/>
                </a:cubicBezTo>
                <a:cubicBezTo>
                  <a:pt x="338234" y="728376"/>
                  <a:pt x="360211" y="706399"/>
                  <a:pt x="387320" y="706399"/>
                </a:cubicBezTo>
                <a:close/>
                <a:moveTo>
                  <a:pt x="219151" y="706399"/>
                </a:moveTo>
                <a:cubicBezTo>
                  <a:pt x="246260" y="706399"/>
                  <a:pt x="268237" y="728376"/>
                  <a:pt x="268237" y="755486"/>
                </a:cubicBezTo>
                <a:cubicBezTo>
                  <a:pt x="268237" y="782595"/>
                  <a:pt x="246260" y="804572"/>
                  <a:pt x="219151" y="804572"/>
                </a:cubicBezTo>
                <a:cubicBezTo>
                  <a:pt x="192041" y="804572"/>
                  <a:pt x="170064" y="782595"/>
                  <a:pt x="170064" y="755486"/>
                </a:cubicBezTo>
                <a:cubicBezTo>
                  <a:pt x="170064" y="728376"/>
                  <a:pt x="192041" y="706399"/>
                  <a:pt x="219151" y="706399"/>
                </a:cubicBezTo>
                <a:close/>
                <a:moveTo>
                  <a:pt x="49086" y="706399"/>
                </a:moveTo>
                <a:cubicBezTo>
                  <a:pt x="76196" y="706399"/>
                  <a:pt x="98173" y="728376"/>
                  <a:pt x="98173" y="755486"/>
                </a:cubicBezTo>
                <a:cubicBezTo>
                  <a:pt x="98173" y="782595"/>
                  <a:pt x="76196" y="804572"/>
                  <a:pt x="49086" y="804572"/>
                </a:cubicBezTo>
                <a:cubicBezTo>
                  <a:pt x="21977" y="804572"/>
                  <a:pt x="0" y="782595"/>
                  <a:pt x="0" y="755486"/>
                </a:cubicBezTo>
                <a:cubicBezTo>
                  <a:pt x="0" y="728376"/>
                  <a:pt x="21977" y="706399"/>
                  <a:pt x="49086" y="706399"/>
                </a:cubicBezTo>
                <a:close/>
                <a:moveTo>
                  <a:pt x="557385" y="529799"/>
                </a:moveTo>
                <a:cubicBezTo>
                  <a:pt x="584494" y="529799"/>
                  <a:pt x="606471" y="551776"/>
                  <a:pt x="606471" y="578886"/>
                </a:cubicBezTo>
                <a:cubicBezTo>
                  <a:pt x="606471" y="605995"/>
                  <a:pt x="584494" y="627972"/>
                  <a:pt x="557385" y="627972"/>
                </a:cubicBezTo>
                <a:cubicBezTo>
                  <a:pt x="530275" y="627972"/>
                  <a:pt x="508298" y="605995"/>
                  <a:pt x="508298" y="578886"/>
                </a:cubicBezTo>
                <a:cubicBezTo>
                  <a:pt x="508298" y="551776"/>
                  <a:pt x="530275" y="529799"/>
                  <a:pt x="557385" y="529799"/>
                </a:cubicBezTo>
                <a:close/>
                <a:moveTo>
                  <a:pt x="387320" y="529799"/>
                </a:moveTo>
                <a:cubicBezTo>
                  <a:pt x="414430" y="529799"/>
                  <a:pt x="436407" y="551776"/>
                  <a:pt x="436407" y="578886"/>
                </a:cubicBezTo>
                <a:cubicBezTo>
                  <a:pt x="436407" y="605995"/>
                  <a:pt x="414430" y="627972"/>
                  <a:pt x="387320" y="627972"/>
                </a:cubicBezTo>
                <a:cubicBezTo>
                  <a:pt x="360211" y="627972"/>
                  <a:pt x="338234" y="605995"/>
                  <a:pt x="338234" y="578886"/>
                </a:cubicBezTo>
                <a:cubicBezTo>
                  <a:pt x="338234" y="551776"/>
                  <a:pt x="360211" y="529799"/>
                  <a:pt x="387320" y="529799"/>
                </a:cubicBezTo>
                <a:close/>
                <a:moveTo>
                  <a:pt x="219151" y="529799"/>
                </a:moveTo>
                <a:cubicBezTo>
                  <a:pt x="246260" y="529799"/>
                  <a:pt x="268237" y="551776"/>
                  <a:pt x="268237" y="578886"/>
                </a:cubicBezTo>
                <a:cubicBezTo>
                  <a:pt x="268237" y="605995"/>
                  <a:pt x="246260" y="627972"/>
                  <a:pt x="219151" y="627972"/>
                </a:cubicBezTo>
                <a:cubicBezTo>
                  <a:pt x="192041" y="627972"/>
                  <a:pt x="170064" y="605995"/>
                  <a:pt x="170064" y="578886"/>
                </a:cubicBezTo>
                <a:cubicBezTo>
                  <a:pt x="170064" y="551776"/>
                  <a:pt x="192041" y="529799"/>
                  <a:pt x="219151" y="529799"/>
                </a:cubicBezTo>
                <a:close/>
                <a:moveTo>
                  <a:pt x="49086" y="529799"/>
                </a:moveTo>
                <a:cubicBezTo>
                  <a:pt x="76196" y="529799"/>
                  <a:pt x="98173" y="551776"/>
                  <a:pt x="98173" y="578886"/>
                </a:cubicBezTo>
                <a:cubicBezTo>
                  <a:pt x="98173" y="605995"/>
                  <a:pt x="76196" y="627972"/>
                  <a:pt x="49086" y="627972"/>
                </a:cubicBezTo>
                <a:cubicBezTo>
                  <a:pt x="21977" y="627972"/>
                  <a:pt x="0" y="605995"/>
                  <a:pt x="0" y="578886"/>
                </a:cubicBezTo>
                <a:cubicBezTo>
                  <a:pt x="0" y="551776"/>
                  <a:pt x="21977" y="529799"/>
                  <a:pt x="49086" y="529799"/>
                </a:cubicBezTo>
                <a:close/>
                <a:moveTo>
                  <a:pt x="557385" y="353199"/>
                </a:moveTo>
                <a:cubicBezTo>
                  <a:pt x="584494" y="353199"/>
                  <a:pt x="606471" y="375176"/>
                  <a:pt x="606471" y="402286"/>
                </a:cubicBezTo>
                <a:cubicBezTo>
                  <a:pt x="606471" y="429396"/>
                  <a:pt x="584494" y="451372"/>
                  <a:pt x="557385" y="451372"/>
                </a:cubicBezTo>
                <a:cubicBezTo>
                  <a:pt x="530275" y="451372"/>
                  <a:pt x="508298" y="429396"/>
                  <a:pt x="508298" y="402286"/>
                </a:cubicBezTo>
                <a:cubicBezTo>
                  <a:pt x="508298" y="375176"/>
                  <a:pt x="530275" y="353199"/>
                  <a:pt x="557385" y="353199"/>
                </a:cubicBezTo>
                <a:close/>
                <a:moveTo>
                  <a:pt x="387320" y="353199"/>
                </a:moveTo>
                <a:cubicBezTo>
                  <a:pt x="414430" y="353199"/>
                  <a:pt x="436407" y="375176"/>
                  <a:pt x="436407" y="402286"/>
                </a:cubicBezTo>
                <a:cubicBezTo>
                  <a:pt x="436407" y="429396"/>
                  <a:pt x="414430" y="451372"/>
                  <a:pt x="387320" y="451372"/>
                </a:cubicBezTo>
                <a:cubicBezTo>
                  <a:pt x="360211" y="451372"/>
                  <a:pt x="338234" y="429396"/>
                  <a:pt x="338234" y="402286"/>
                </a:cubicBezTo>
                <a:cubicBezTo>
                  <a:pt x="338234" y="375176"/>
                  <a:pt x="360211" y="353199"/>
                  <a:pt x="387320" y="353199"/>
                </a:cubicBezTo>
                <a:close/>
                <a:moveTo>
                  <a:pt x="219151" y="353199"/>
                </a:moveTo>
                <a:cubicBezTo>
                  <a:pt x="246260" y="353199"/>
                  <a:pt x="268237" y="375176"/>
                  <a:pt x="268237" y="402286"/>
                </a:cubicBezTo>
                <a:cubicBezTo>
                  <a:pt x="268237" y="429396"/>
                  <a:pt x="246260" y="451372"/>
                  <a:pt x="219151" y="451372"/>
                </a:cubicBezTo>
                <a:cubicBezTo>
                  <a:pt x="192041" y="451372"/>
                  <a:pt x="170064" y="429396"/>
                  <a:pt x="170064" y="402286"/>
                </a:cubicBezTo>
                <a:cubicBezTo>
                  <a:pt x="170064" y="375176"/>
                  <a:pt x="192041" y="353199"/>
                  <a:pt x="219151" y="353199"/>
                </a:cubicBezTo>
                <a:close/>
                <a:moveTo>
                  <a:pt x="49086" y="353199"/>
                </a:moveTo>
                <a:cubicBezTo>
                  <a:pt x="76196" y="353199"/>
                  <a:pt x="98173" y="375176"/>
                  <a:pt x="98173" y="402286"/>
                </a:cubicBezTo>
                <a:cubicBezTo>
                  <a:pt x="98173" y="429396"/>
                  <a:pt x="76196" y="451372"/>
                  <a:pt x="49086" y="451372"/>
                </a:cubicBezTo>
                <a:cubicBezTo>
                  <a:pt x="21977" y="451372"/>
                  <a:pt x="0" y="429396"/>
                  <a:pt x="0" y="402286"/>
                </a:cubicBezTo>
                <a:cubicBezTo>
                  <a:pt x="0" y="375176"/>
                  <a:pt x="21977" y="353199"/>
                  <a:pt x="49086" y="353199"/>
                </a:cubicBezTo>
                <a:close/>
                <a:moveTo>
                  <a:pt x="557385" y="176600"/>
                </a:moveTo>
                <a:cubicBezTo>
                  <a:pt x="584495" y="176600"/>
                  <a:pt x="606471" y="198576"/>
                  <a:pt x="606471" y="225686"/>
                </a:cubicBezTo>
                <a:cubicBezTo>
                  <a:pt x="606471" y="252796"/>
                  <a:pt x="584494" y="274772"/>
                  <a:pt x="557385" y="274772"/>
                </a:cubicBezTo>
                <a:cubicBezTo>
                  <a:pt x="530275" y="274772"/>
                  <a:pt x="508298" y="252796"/>
                  <a:pt x="508298" y="225686"/>
                </a:cubicBezTo>
                <a:cubicBezTo>
                  <a:pt x="508298" y="198576"/>
                  <a:pt x="530275" y="176600"/>
                  <a:pt x="557385" y="176600"/>
                </a:cubicBezTo>
                <a:close/>
                <a:moveTo>
                  <a:pt x="387321" y="176600"/>
                </a:moveTo>
                <a:cubicBezTo>
                  <a:pt x="414430" y="176600"/>
                  <a:pt x="436407" y="198576"/>
                  <a:pt x="436407" y="225686"/>
                </a:cubicBezTo>
                <a:cubicBezTo>
                  <a:pt x="436407" y="252796"/>
                  <a:pt x="414430" y="274772"/>
                  <a:pt x="387320" y="274772"/>
                </a:cubicBezTo>
                <a:cubicBezTo>
                  <a:pt x="360211" y="274772"/>
                  <a:pt x="338234" y="252796"/>
                  <a:pt x="338234" y="225686"/>
                </a:cubicBezTo>
                <a:cubicBezTo>
                  <a:pt x="338234" y="198576"/>
                  <a:pt x="360211" y="176600"/>
                  <a:pt x="387321" y="176600"/>
                </a:cubicBezTo>
                <a:close/>
                <a:moveTo>
                  <a:pt x="219151" y="176600"/>
                </a:moveTo>
                <a:cubicBezTo>
                  <a:pt x="246261" y="176600"/>
                  <a:pt x="268237" y="198576"/>
                  <a:pt x="268237" y="225686"/>
                </a:cubicBezTo>
                <a:cubicBezTo>
                  <a:pt x="268237" y="252796"/>
                  <a:pt x="246260" y="274772"/>
                  <a:pt x="219151" y="274772"/>
                </a:cubicBezTo>
                <a:cubicBezTo>
                  <a:pt x="192041" y="274772"/>
                  <a:pt x="170064" y="252796"/>
                  <a:pt x="170064" y="225686"/>
                </a:cubicBezTo>
                <a:cubicBezTo>
                  <a:pt x="170064" y="198576"/>
                  <a:pt x="192041" y="176600"/>
                  <a:pt x="219151" y="176600"/>
                </a:cubicBezTo>
                <a:close/>
                <a:moveTo>
                  <a:pt x="49087" y="176600"/>
                </a:moveTo>
                <a:cubicBezTo>
                  <a:pt x="76196" y="176600"/>
                  <a:pt x="98173" y="198576"/>
                  <a:pt x="98173" y="225686"/>
                </a:cubicBezTo>
                <a:cubicBezTo>
                  <a:pt x="98173" y="252796"/>
                  <a:pt x="76196" y="274772"/>
                  <a:pt x="49086" y="274772"/>
                </a:cubicBezTo>
                <a:cubicBezTo>
                  <a:pt x="21977" y="274772"/>
                  <a:pt x="0" y="252796"/>
                  <a:pt x="0" y="225686"/>
                </a:cubicBezTo>
                <a:cubicBezTo>
                  <a:pt x="0" y="198576"/>
                  <a:pt x="21977" y="176600"/>
                  <a:pt x="49087" y="176600"/>
                </a:cubicBezTo>
                <a:close/>
                <a:moveTo>
                  <a:pt x="557385" y="0"/>
                </a:moveTo>
                <a:cubicBezTo>
                  <a:pt x="584495" y="0"/>
                  <a:pt x="606471" y="21977"/>
                  <a:pt x="606471" y="49086"/>
                </a:cubicBezTo>
                <a:cubicBezTo>
                  <a:pt x="606471" y="76196"/>
                  <a:pt x="584495" y="98173"/>
                  <a:pt x="557385" y="98173"/>
                </a:cubicBezTo>
                <a:cubicBezTo>
                  <a:pt x="530275" y="98173"/>
                  <a:pt x="508298" y="76196"/>
                  <a:pt x="508298" y="49086"/>
                </a:cubicBezTo>
                <a:cubicBezTo>
                  <a:pt x="508298" y="21977"/>
                  <a:pt x="530275" y="0"/>
                  <a:pt x="557385" y="0"/>
                </a:cubicBezTo>
                <a:close/>
                <a:moveTo>
                  <a:pt x="387321" y="0"/>
                </a:moveTo>
                <a:cubicBezTo>
                  <a:pt x="414430" y="0"/>
                  <a:pt x="436407" y="21977"/>
                  <a:pt x="436407" y="49086"/>
                </a:cubicBezTo>
                <a:cubicBezTo>
                  <a:pt x="436407" y="76196"/>
                  <a:pt x="414430" y="98173"/>
                  <a:pt x="387321" y="98173"/>
                </a:cubicBezTo>
                <a:cubicBezTo>
                  <a:pt x="360211" y="98173"/>
                  <a:pt x="338234" y="76196"/>
                  <a:pt x="338234" y="49086"/>
                </a:cubicBezTo>
                <a:cubicBezTo>
                  <a:pt x="338234" y="21977"/>
                  <a:pt x="360211" y="0"/>
                  <a:pt x="387321" y="0"/>
                </a:cubicBezTo>
                <a:close/>
                <a:moveTo>
                  <a:pt x="219151" y="0"/>
                </a:moveTo>
                <a:cubicBezTo>
                  <a:pt x="246261" y="0"/>
                  <a:pt x="268237" y="21977"/>
                  <a:pt x="268237" y="49086"/>
                </a:cubicBezTo>
                <a:cubicBezTo>
                  <a:pt x="268237" y="76196"/>
                  <a:pt x="246261" y="98173"/>
                  <a:pt x="219151" y="98173"/>
                </a:cubicBezTo>
                <a:cubicBezTo>
                  <a:pt x="192041" y="98173"/>
                  <a:pt x="170064" y="76196"/>
                  <a:pt x="170064" y="49086"/>
                </a:cubicBezTo>
                <a:cubicBezTo>
                  <a:pt x="170064" y="21977"/>
                  <a:pt x="192041" y="0"/>
                  <a:pt x="219151" y="0"/>
                </a:cubicBezTo>
                <a:close/>
                <a:moveTo>
                  <a:pt x="49087" y="0"/>
                </a:moveTo>
                <a:cubicBezTo>
                  <a:pt x="76196" y="0"/>
                  <a:pt x="98173" y="21977"/>
                  <a:pt x="98173" y="49086"/>
                </a:cubicBezTo>
                <a:cubicBezTo>
                  <a:pt x="98173" y="76196"/>
                  <a:pt x="76196" y="98173"/>
                  <a:pt x="49087" y="98173"/>
                </a:cubicBezTo>
                <a:cubicBezTo>
                  <a:pt x="21977" y="98173"/>
                  <a:pt x="0" y="76196"/>
                  <a:pt x="0" y="49086"/>
                </a:cubicBezTo>
                <a:cubicBezTo>
                  <a:pt x="0" y="21977"/>
                  <a:pt x="21977" y="0"/>
                  <a:pt x="49087" y="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12" name="标题 1"/>
          <p:cNvSpPr/>
          <p:nvPr/>
        </p:nvSpPr>
        <p:spPr>
          <a:xfrm>
            <a:off x="4089600" y="3066120"/>
            <a:ext cx="6374880" cy="1972080"/>
          </a:xfrm>
          <a:prstGeom prst="rect">
            <a:avLst/>
          </a:prstGeom>
          <a:noFill/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r>
              <a:rPr lang="en-US" sz="4800" b="0" strike="noStrike" spc="-1">
                <a:solidFill>
                  <a:srgbClr val="F6C90E"/>
                </a:solidFill>
                <a:latin typeface="OPPOSans B"/>
                <a:ea typeface="OPPOSans B"/>
              </a:rPr>
              <a:t>Hobbies: Cat and Food</a:t>
            </a:r>
            <a:endParaRPr lang="fr-FR" sz="4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3" name="标题 1"/>
          <p:cNvSpPr/>
          <p:nvPr/>
        </p:nvSpPr>
        <p:spPr>
          <a:xfrm>
            <a:off x="4115160" y="1985040"/>
            <a:ext cx="2767680" cy="1107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lang="en-US" sz="6600" b="0" strike="noStrike" spc="-1">
                <a:solidFill>
                  <a:srgbClr val="262626"/>
                </a:solidFill>
                <a:latin typeface="OPPOSans B"/>
                <a:ea typeface="OPPOSans B"/>
              </a:rPr>
              <a:t>PART</a:t>
            </a:r>
            <a:endParaRPr lang="fr-FR" sz="6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4" name="标题 1"/>
          <p:cNvSpPr/>
          <p:nvPr/>
        </p:nvSpPr>
        <p:spPr>
          <a:xfrm>
            <a:off x="454320" y="458280"/>
            <a:ext cx="233892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latin typeface="OPPOSans M"/>
                <a:ea typeface="OPPOSans M"/>
              </a:rPr>
              <a:t>PowerPoint Desin 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15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-988920" y="1552320"/>
            <a:ext cx="6095520" cy="6095520"/>
          </a:xfrm>
          <a:prstGeom prst="rect">
            <a:avLst/>
          </a:prstGeom>
          <a:ln w="0">
            <a:noFill/>
          </a:ln>
        </p:spPr>
      </p:pic>
      <p:sp>
        <p:nvSpPr>
          <p:cNvPr id="216" name="标题 1"/>
          <p:cNvSpPr/>
          <p:nvPr/>
        </p:nvSpPr>
        <p:spPr>
          <a:xfrm>
            <a:off x="6803280" y="-676440"/>
            <a:ext cx="2940840" cy="3768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lang="en-US" sz="6600" b="0" strike="noStrike" spc="-1">
                <a:solidFill>
                  <a:srgbClr val="262626"/>
                </a:solidFill>
                <a:latin typeface="OPPOSans B"/>
                <a:ea typeface="OPPOSans B"/>
              </a:rPr>
              <a:t>02</a:t>
            </a:r>
            <a:endParaRPr lang="fr-FR" sz="6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7" name="标题 1"/>
          <p:cNvSpPr/>
          <p:nvPr/>
        </p:nvSpPr>
        <p:spPr>
          <a:xfrm rot="16200000" flipV="1">
            <a:off x="8112240" y="-460800"/>
            <a:ext cx="212760" cy="2265840"/>
          </a:xfrm>
          <a:custGeom>
            <a:avLst/>
            <a:gdLst>
              <a:gd name="textAreaLeft" fmla="*/ 0 w 212760"/>
              <a:gd name="textAreaRight" fmla="*/ 213120 w 212760"/>
              <a:gd name="textAreaTop" fmla="*/ 360 h 2265840"/>
              <a:gd name="textAreaBottom" fmla="*/ 2266560 h 2265840"/>
            </a:gdLst>
            <a:ahLst/>
            <a:cxnLst/>
            <a:rect l="textAreaLeft" t="textAreaTop" r="textAreaRight" b="textAreaBottom"/>
            <a:pathLst>
              <a:path w="213258" h="2266035">
                <a:moveTo>
                  <a:pt x="213258" y="162036"/>
                </a:moveTo>
                <a:lnTo>
                  <a:pt x="106629" y="0"/>
                </a:lnTo>
                <a:lnTo>
                  <a:pt x="0" y="162036"/>
                </a:lnTo>
                <a:close/>
                <a:moveTo>
                  <a:pt x="213258" y="462609"/>
                </a:moveTo>
                <a:lnTo>
                  <a:pt x="106629" y="300573"/>
                </a:lnTo>
                <a:lnTo>
                  <a:pt x="0" y="462609"/>
                </a:lnTo>
                <a:close/>
                <a:moveTo>
                  <a:pt x="213258" y="763180"/>
                </a:moveTo>
                <a:lnTo>
                  <a:pt x="106629" y="601144"/>
                </a:lnTo>
                <a:lnTo>
                  <a:pt x="0" y="763180"/>
                </a:lnTo>
                <a:close/>
                <a:moveTo>
                  <a:pt x="213258" y="1063751"/>
                </a:moveTo>
                <a:lnTo>
                  <a:pt x="106629" y="901715"/>
                </a:lnTo>
                <a:lnTo>
                  <a:pt x="0" y="1063751"/>
                </a:lnTo>
                <a:close/>
                <a:moveTo>
                  <a:pt x="213258" y="1364322"/>
                </a:moveTo>
                <a:lnTo>
                  <a:pt x="106629" y="1202286"/>
                </a:lnTo>
                <a:lnTo>
                  <a:pt x="0" y="1364322"/>
                </a:lnTo>
                <a:close/>
                <a:moveTo>
                  <a:pt x="213258" y="1664893"/>
                </a:moveTo>
                <a:lnTo>
                  <a:pt x="106629" y="1502857"/>
                </a:lnTo>
                <a:lnTo>
                  <a:pt x="0" y="1664893"/>
                </a:lnTo>
                <a:close/>
                <a:moveTo>
                  <a:pt x="213258" y="1965464"/>
                </a:moveTo>
                <a:lnTo>
                  <a:pt x="106629" y="1803428"/>
                </a:lnTo>
                <a:lnTo>
                  <a:pt x="0" y="1965464"/>
                </a:lnTo>
                <a:close/>
                <a:moveTo>
                  <a:pt x="213258" y="2266035"/>
                </a:moveTo>
                <a:lnTo>
                  <a:pt x="106629" y="2103999"/>
                </a:lnTo>
                <a:lnTo>
                  <a:pt x="0" y="2266035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标题 1"/>
          <p:cNvSpPr/>
          <p:nvPr/>
        </p:nvSpPr>
        <p:spPr>
          <a:xfrm>
            <a:off x="862560" y="1676160"/>
            <a:ext cx="583920" cy="365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OPPOSans H"/>
                <a:ea typeface="OPPOSans H"/>
              </a:rPr>
              <a:t>1.</a:t>
            </a:r>
            <a:endParaRPr lang="fr-FR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9" name="标题 1"/>
          <p:cNvSpPr/>
          <p:nvPr/>
        </p:nvSpPr>
        <p:spPr>
          <a:xfrm>
            <a:off x="916560" y="387720"/>
            <a:ext cx="1061856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262626"/>
                </a:solidFill>
                <a:latin typeface="Source Han Sans CN Bold"/>
                <a:ea typeface="Source Han Sans CN Bold"/>
              </a:rPr>
              <a:t>Exploring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0" name="标题 1"/>
          <p:cNvSpPr/>
          <p:nvPr/>
        </p:nvSpPr>
        <p:spPr>
          <a:xfrm rot="16200000">
            <a:off x="433440" y="446760"/>
            <a:ext cx="359640" cy="359640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21" name="标题 1"/>
          <p:cNvSpPr/>
          <p:nvPr/>
        </p:nvSpPr>
        <p:spPr>
          <a:xfrm rot="16200000">
            <a:off x="293040" y="446760"/>
            <a:ext cx="359640" cy="359640"/>
          </a:xfrm>
          <a:prstGeom prst="diamond">
            <a:avLst/>
          </a:prstGeom>
          <a:solidFill>
            <a:schemeClr val="bg1"/>
          </a:solidFill>
          <a:ln w="12700" cap="sq">
            <a:solidFill>
              <a:srgbClr val="F6C90E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222" name="图片 48"/>
          <p:cNvPicPr/>
          <p:nvPr/>
        </p:nvPicPr>
        <p:blipFill>
          <a:blip r:embed="rId1"/>
          <a:stretch>
            <a:fillRect/>
          </a:stretch>
        </p:blipFill>
        <p:spPr>
          <a:xfrm>
            <a:off x="1457640" y="1005480"/>
            <a:ext cx="3454920" cy="259200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23" name="图片 22"/>
          <p:cNvPicPr/>
          <p:nvPr/>
        </p:nvPicPr>
        <p:blipFill>
          <a:blip r:embed="rId2"/>
          <a:stretch>
            <a:fillRect/>
          </a:stretch>
        </p:blipFill>
        <p:spPr>
          <a:xfrm rot="280800">
            <a:off x="957240" y="3547080"/>
            <a:ext cx="3018240" cy="301824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5508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4" name="图片 54"/>
          <p:cNvPicPr/>
          <p:nvPr/>
        </p:nvPicPr>
        <p:blipFill>
          <a:blip r:embed="rId3"/>
          <a:stretch>
            <a:fillRect/>
          </a:stretch>
        </p:blipFill>
        <p:spPr>
          <a:xfrm rot="-20858400">
            <a:off x="6252480" y="352800"/>
            <a:ext cx="2422080" cy="322848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25" name="图片 56"/>
          <p:cNvPicPr/>
          <p:nvPr/>
        </p:nvPicPr>
        <p:blipFill>
          <a:blip r:embed="rId4"/>
          <a:stretch>
            <a:fillRect/>
          </a:stretch>
        </p:blipFill>
        <p:spPr>
          <a:xfrm rot="-20541600">
            <a:off x="8786880" y="1918080"/>
            <a:ext cx="2828880" cy="377028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26" name="图片 46"/>
          <p:cNvPicPr/>
          <p:nvPr/>
        </p:nvPicPr>
        <p:blipFill>
          <a:blip r:embed="rId5"/>
          <a:stretch>
            <a:fillRect/>
          </a:stretch>
        </p:blipFill>
        <p:spPr>
          <a:xfrm rot="-20819400">
            <a:off x="4723920" y="3310200"/>
            <a:ext cx="3067200" cy="306720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0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6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2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标题 1"/>
          <p:cNvSpPr/>
          <p:nvPr/>
        </p:nvSpPr>
        <p:spPr>
          <a:xfrm>
            <a:off x="862560" y="1676160"/>
            <a:ext cx="583920" cy="365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US" sz="2400" b="0" strike="noStrike" spc="-1">
                <a:solidFill>
                  <a:srgbClr val="FFFFFF"/>
                </a:solidFill>
                <a:latin typeface="OPPOSans H"/>
                <a:ea typeface="OPPOSans H"/>
              </a:rPr>
              <a:t>1.</a:t>
            </a:r>
            <a:endParaRPr lang="fr-FR" sz="2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8" name="标题 1"/>
          <p:cNvSpPr/>
          <p:nvPr/>
        </p:nvSpPr>
        <p:spPr>
          <a:xfrm>
            <a:off x="900000" y="392400"/>
            <a:ext cx="1061856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262626"/>
                </a:solidFill>
                <a:latin typeface="Source Han Sans CN Bold"/>
                <a:ea typeface="Source Han Sans CN Bold"/>
              </a:rPr>
              <a:t>Exploring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9" name="标题 1"/>
          <p:cNvSpPr/>
          <p:nvPr/>
        </p:nvSpPr>
        <p:spPr>
          <a:xfrm rot="16200000">
            <a:off x="433440" y="446760"/>
            <a:ext cx="359640" cy="359640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30" name="标题 1"/>
          <p:cNvSpPr/>
          <p:nvPr/>
        </p:nvSpPr>
        <p:spPr>
          <a:xfrm rot="16200000">
            <a:off x="293040" y="446760"/>
            <a:ext cx="359640" cy="359640"/>
          </a:xfrm>
          <a:prstGeom prst="diamond">
            <a:avLst/>
          </a:prstGeom>
          <a:solidFill>
            <a:schemeClr val="bg1"/>
          </a:solidFill>
          <a:ln w="12700" cap="sq">
            <a:solidFill>
              <a:srgbClr val="F6C90E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231" name="图片 20"/>
          <p:cNvPicPr/>
          <p:nvPr/>
        </p:nvPicPr>
        <p:blipFill>
          <a:blip r:embed="rId1"/>
          <a:stretch>
            <a:fillRect/>
          </a:stretch>
        </p:blipFill>
        <p:spPr>
          <a:xfrm>
            <a:off x="9535680" y="4690080"/>
            <a:ext cx="2492280" cy="1593000"/>
          </a:xfrm>
          <a:prstGeom prst="rect">
            <a:avLst/>
          </a:prstGeom>
          <a:ln w="0">
            <a:noFill/>
          </a:ln>
        </p:spPr>
      </p:pic>
      <p:pic>
        <p:nvPicPr>
          <p:cNvPr id="232" name="图片 24"/>
          <p:cNvPicPr/>
          <p:nvPr/>
        </p:nvPicPr>
        <p:blipFill>
          <a:blip r:embed="rId2"/>
          <a:stretch>
            <a:fillRect/>
          </a:stretch>
        </p:blipFill>
        <p:spPr>
          <a:xfrm>
            <a:off x="3960000" y="2545200"/>
            <a:ext cx="1529640" cy="2711880"/>
          </a:xfrm>
          <a:prstGeom prst="rect">
            <a:avLst/>
          </a:prstGeom>
          <a:ln w="88900" cap="sq">
            <a:solidFill>
              <a:srgbClr val="FFFFFF"/>
            </a:solidFill>
            <a:miter/>
          </a:ln>
          <a:effectLst>
            <a:outerShdw blurRad="5508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3" name="图片 26"/>
          <p:cNvPicPr/>
          <p:nvPr/>
        </p:nvPicPr>
        <p:blipFill>
          <a:blip r:embed="rId3"/>
          <a:stretch>
            <a:fillRect/>
          </a:stretch>
        </p:blipFill>
        <p:spPr>
          <a:xfrm>
            <a:off x="367560" y="3784320"/>
            <a:ext cx="1409400" cy="249876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34" name="图片 28"/>
          <p:cNvPicPr/>
          <p:nvPr/>
        </p:nvPicPr>
        <p:blipFill>
          <a:blip r:embed="rId4"/>
          <a:stretch>
            <a:fillRect/>
          </a:stretch>
        </p:blipFill>
        <p:spPr>
          <a:xfrm>
            <a:off x="1920960" y="2974680"/>
            <a:ext cx="1694880" cy="3004920"/>
          </a:xfrm>
          <a:prstGeom prst="rect">
            <a:avLst/>
          </a:prstGeom>
          <a:ln w="88900" cap="sq">
            <a:solidFill>
              <a:srgbClr val="FFFFFF"/>
            </a:solidFill>
            <a:miter/>
          </a:ln>
          <a:effectLst>
            <a:outerShdw blurRad="5508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5" name="图片 30"/>
          <p:cNvPicPr/>
          <p:nvPr/>
        </p:nvPicPr>
        <p:blipFill>
          <a:blip r:embed="rId5"/>
          <a:stretch>
            <a:fillRect/>
          </a:stretch>
        </p:blipFill>
        <p:spPr>
          <a:xfrm rot="314400">
            <a:off x="5988600" y="481680"/>
            <a:ext cx="2626560" cy="148176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5508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6" name="图片 32"/>
          <p:cNvPicPr/>
          <p:nvPr/>
        </p:nvPicPr>
        <p:blipFill>
          <a:blip r:embed="rId6"/>
          <a:stretch>
            <a:fillRect/>
          </a:stretch>
        </p:blipFill>
        <p:spPr>
          <a:xfrm rot="-20968200">
            <a:off x="9140040" y="3002040"/>
            <a:ext cx="2729880" cy="153072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37" name="图片 34"/>
          <p:cNvPicPr/>
          <p:nvPr/>
        </p:nvPicPr>
        <p:blipFill>
          <a:blip r:embed="rId7"/>
          <a:stretch>
            <a:fillRect/>
          </a:stretch>
        </p:blipFill>
        <p:spPr>
          <a:xfrm>
            <a:off x="3771720" y="392400"/>
            <a:ext cx="2323800" cy="174348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38" name="图片 38"/>
          <p:cNvPicPr/>
          <p:nvPr/>
        </p:nvPicPr>
        <p:blipFill>
          <a:blip r:embed="rId8"/>
          <a:stretch>
            <a:fillRect/>
          </a:stretch>
        </p:blipFill>
        <p:spPr>
          <a:xfrm>
            <a:off x="9082800" y="311760"/>
            <a:ext cx="2682360" cy="201240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39" name="图片 40"/>
          <p:cNvPicPr/>
          <p:nvPr/>
        </p:nvPicPr>
        <p:blipFill>
          <a:blip r:embed="rId9"/>
          <a:stretch>
            <a:fillRect/>
          </a:stretch>
        </p:blipFill>
        <p:spPr>
          <a:xfrm>
            <a:off x="862560" y="1091880"/>
            <a:ext cx="2324880" cy="174348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40" name="图片 2"/>
          <p:cNvPicPr/>
          <p:nvPr/>
        </p:nvPicPr>
        <p:blipFill>
          <a:blip r:embed="rId10"/>
          <a:stretch>
            <a:fillRect/>
          </a:stretch>
        </p:blipFill>
        <p:spPr>
          <a:xfrm>
            <a:off x="6003000" y="2940480"/>
            <a:ext cx="2623320" cy="159300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41" name="任意多边形: 形状 12"/>
          <p:cNvSpPr/>
          <p:nvPr/>
        </p:nvSpPr>
        <p:spPr>
          <a:xfrm>
            <a:off x="703440" y="2349720"/>
            <a:ext cx="11606040" cy="1206720"/>
          </a:xfrm>
          <a:custGeom>
            <a:avLst/>
            <a:gdLst>
              <a:gd name="textAreaLeft" fmla="*/ 0 w 11606040"/>
              <a:gd name="textAreaRight" fmla="*/ 11606400 w 11606040"/>
              <a:gd name="textAreaTop" fmla="*/ 0 h 1206720"/>
              <a:gd name="textAreaBottom" fmla="*/ 1207080 h 1206720"/>
            </a:gdLst>
            <a:ahLst/>
            <a:cxnLst/>
            <a:rect l="textAreaLeft" t="textAreaTop" r="textAreaRight" b="textAreaBottom"/>
            <a:pathLst>
              <a:path w="11606540" h="1207248">
                <a:moveTo>
                  <a:pt x="0" y="1207248"/>
                </a:moveTo>
                <a:cubicBezTo>
                  <a:pt x="732692" y="985347"/>
                  <a:pt x="1465384" y="763447"/>
                  <a:pt x="1989573" y="694783"/>
                </a:cubicBezTo>
                <a:cubicBezTo>
                  <a:pt x="2513762" y="626119"/>
                  <a:pt x="2584101" y="890725"/>
                  <a:pt x="3145134" y="795266"/>
                </a:cubicBezTo>
                <a:cubicBezTo>
                  <a:pt x="3706167" y="699807"/>
                  <a:pt x="4610518" y="173943"/>
                  <a:pt x="5355771" y="122027"/>
                </a:cubicBezTo>
                <a:cubicBezTo>
                  <a:pt x="6101024" y="70111"/>
                  <a:pt x="6926663" y="503864"/>
                  <a:pt x="7616650" y="483767"/>
                </a:cubicBezTo>
                <a:cubicBezTo>
                  <a:pt x="8306637" y="463670"/>
                  <a:pt x="8852598" y="26567"/>
                  <a:pt x="9495692" y="1446"/>
                </a:cubicBezTo>
                <a:cubicBezTo>
                  <a:pt x="10138787" y="-23675"/>
                  <a:pt x="11143621" y="286150"/>
                  <a:pt x="11475217" y="333042"/>
                </a:cubicBezTo>
                <a:cubicBezTo>
                  <a:pt x="11806813" y="379934"/>
                  <a:pt x="11394831" y="259354"/>
                  <a:pt x="11485266" y="282800"/>
                </a:cubicBezTo>
              </a:path>
            </a:pathLst>
          </a:custGeom>
          <a:noFill/>
          <a:ln>
            <a:solidFill>
              <a:srgbClr val="FF4A1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fr-FR" sz="1800" b="1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242" name="图片 13"/>
          <p:cNvPicPr/>
          <p:nvPr/>
        </p:nvPicPr>
        <p:blipFill>
          <a:blip r:embed="rId11"/>
          <a:stretch>
            <a:fillRect/>
          </a:stretch>
        </p:blipFill>
        <p:spPr>
          <a:xfrm>
            <a:off x="7302240" y="4566240"/>
            <a:ext cx="2412720" cy="180936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43" name="图片 14"/>
          <p:cNvPicPr/>
          <p:nvPr/>
        </p:nvPicPr>
        <p:blipFill>
          <a:blip r:embed="rId12"/>
          <a:stretch>
            <a:fillRect/>
          </a:stretch>
        </p:blipFill>
        <p:spPr>
          <a:xfrm>
            <a:off x="5226840" y="4575960"/>
            <a:ext cx="2337840" cy="1753560"/>
          </a:xfrm>
          <a:prstGeom prst="rect">
            <a:avLst/>
          </a:prstGeom>
          <a:ln w="88900" cap="sq">
            <a:solidFill>
              <a:srgbClr val="FFFFFF"/>
            </a:solidFill>
            <a:miter/>
          </a:ln>
          <a:effectLst>
            <a:outerShdw blurRad="5508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4" name="图片 52"/>
          <p:cNvPicPr/>
          <p:nvPr/>
        </p:nvPicPr>
        <p:blipFill>
          <a:blip r:embed="rId13"/>
          <a:stretch>
            <a:fillRect/>
          </a:stretch>
        </p:blipFill>
        <p:spPr>
          <a:xfrm>
            <a:off x="3072240" y="4723200"/>
            <a:ext cx="1880640" cy="1880640"/>
          </a:xfrm>
          <a:prstGeom prst="rect">
            <a:avLst/>
          </a:prstGeom>
          <a:ln w="127000" cap="rnd">
            <a:solidFill>
              <a:srgbClr val="FFFFFF"/>
            </a:solidFill>
            <a:round/>
          </a:ln>
          <a:effectLst>
            <a:outerShdw blurRad="76320" dist="95041" dir="10500123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0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标题 1"/>
          <p:cNvSpPr/>
          <p:nvPr/>
        </p:nvSpPr>
        <p:spPr>
          <a:xfrm>
            <a:off x="695355" y="260255"/>
            <a:ext cx="1061892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262626"/>
                </a:solidFill>
                <a:latin typeface="Source Han Sans CN Bold"/>
                <a:ea typeface="Source Han Sans CN Bold"/>
              </a:rPr>
              <a:t>Exploring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6" name="标题 1"/>
          <p:cNvSpPr/>
          <p:nvPr/>
        </p:nvSpPr>
        <p:spPr>
          <a:xfrm rot="16200000">
            <a:off x="5834520" y="870840"/>
            <a:ext cx="359640" cy="359640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47" name="标题 1"/>
          <p:cNvSpPr/>
          <p:nvPr/>
        </p:nvSpPr>
        <p:spPr>
          <a:xfrm rot="16200000">
            <a:off x="5834520" y="870840"/>
            <a:ext cx="359640" cy="359640"/>
          </a:xfrm>
          <a:prstGeom prst="diamond">
            <a:avLst/>
          </a:prstGeom>
          <a:solidFill>
            <a:schemeClr val="bg1"/>
          </a:solidFill>
          <a:ln w="12700" cap="sq">
            <a:solidFill>
              <a:srgbClr val="F6C90E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48" name="任意多边形: 形状 12"/>
          <p:cNvSpPr/>
          <p:nvPr/>
        </p:nvSpPr>
        <p:spPr>
          <a:xfrm>
            <a:off x="-601920" y="2703960"/>
            <a:ext cx="12860280" cy="2765880"/>
          </a:xfrm>
          <a:custGeom>
            <a:avLst/>
            <a:gdLst>
              <a:gd name="textAreaLeft" fmla="*/ 0 w 12860280"/>
              <a:gd name="textAreaRight" fmla="*/ 12860640 w 12860280"/>
              <a:gd name="textAreaTop" fmla="*/ 0 h 2765880"/>
              <a:gd name="textAreaBottom" fmla="*/ 2766240 h 2765880"/>
            </a:gdLst>
            <a:ahLst/>
            <a:cxnLst/>
            <a:rect l="textAreaLeft" t="textAreaTop" r="textAreaRight" b="textAreaBottom"/>
            <a:pathLst>
              <a:path w="11606540" h="1207248">
                <a:moveTo>
                  <a:pt x="0" y="1207248"/>
                </a:moveTo>
                <a:cubicBezTo>
                  <a:pt x="732692" y="985347"/>
                  <a:pt x="1465384" y="763447"/>
                  <a:pt x="1989573" y="694783"/>
                </a:cubicBezTo>
                <a:cubicBezTo>
                  <a:pt x="2513762" y="626119"/>
                  <a:pt x="2584101" y="890725"/>
                  <a:pt x="3145134" y="795266"/>
                </a:cubicBezTo>
                <a:cubicBezTo>
                  <a:pt x="3706167" y="699807"/>
                  <a:pt x="4610518" y="173943"/>
                  <a:pt x="5355771" y="122027"/>
                </a:cubicBezTo>
                <a:cubicBezTo>
                  <a:pt x="6101024" y="70111"/>
                  <a:pt x="6926663" y="503864"/>
                  <a:pt x="7616650" y="483767"/>
                </a:cubicBezTo>
                <a:cubicBezTo>
                  <a:pt x="8306637" y="463670"/>
                  <a:pt x="8852598" y="26567"/>
                  <a:pt x="9495692" y="1446"/>
                </a:cubicBezTo>
                <a:cubicBezTo>
                  <a:pt x="10138787" y="-23675"/>
                  <a:pt x="11143621" y="286150"/>
                  <a:pt x="11475217" y="333042"/>
                </a:cubicBezTo>
                <a:cubicBezTo>
                  <a:pt x="11806813" y="379934"/>
                  <a:pt x="11394831" y="259354"/>
                  <a:pt x="11485266" y="282800"/>
                </a:cubicBezTo>
              </a:path>
            </a:pathLst>
          </a:custGeom>
          <a:noFill/>
          <a:ln w="31750" cap="rnd">
            <a:solidFill>
              <a:srgbClr val="FF4A1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fr-FR" sz="1800" b="1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249" name="图片 3" descr="图片_20251111164031"/>
          <p:cNvPicPr/>
          <p:nvPr/>
        </p:nvPicPr>
        <p:blipFill>
          <a:blip r:embed="rId1"/>
          <a:stretch>
            <a:fillRect/>
          </a:stretch>
        </p:blipFill>
        <p:spPr>
          <a:xfrm rot="21120000">
            <a:off x="7054560" y="3753000"/>
            <a:ext cx="2276640" cy="3160080"/>
          </a:xfrm>
          <a:prstGeom prst="rect">
            <a:avLst/>
          </a:prstGeom>
          <a:ln w="0">
            <a:noFill/>
          </a:ln>
          <a:effectLst>
            <a:outerShdw blurRad="50760" dist="38160" dir="10800000" algn="r" rotWithShape="0">
              <a:srgbClr val="000000">
                <a:alpha val="40000"/>
              </a:srgbClr>
            </a:outerShdw>
          </a:effectLst>
        </p:spPr>
      </p:pic>
      <p:pic>
        <p:nvPicPr>
          <p:cNvPr id="250" name="图片 5" descr="图片_20251111164135"/>
          <p:cNvPicPr/>
          <p:nvPr/>
        </p:nvPicPr>
        <p:blipFill>
          <a:blip r:embed="rId2"/>
          <a:stretch>
            <a:fillRect/>
          </a:stretch>
        </p:blipFill>
        <p:spPr>
          <a:xfrm>
            <a:off x="9190440" y="636840"/>
            <a:ext cx="2338200" cy="3117600"/>
          </a:xfrm>
          <a:prstGeom prst="rect">
            <a:avLst/>
          </a:prstGeom>
          <a:ln w="0">
            <a:noFill/>
          </a:ln>
          <a:effectLst>
            <a:outerShdw blurRad="50760" dist="38160" dir="10800000" algn="r" rotWithShape="0">
              <a:srgbClr val="000000">
                <a:alpha val="40000"/>
              </a:srgbClr>
            </a:outerShdw>
          </a:effectLst>
        </p:spPr>
      </p:pic>
      <p:pic>
        <p:nvPicPr>
          <p:cNvPr id="251" name="图片 6" descr="图片_20251111164147"/>
          <p:cNvPicPr/>
          <p:nvPr/>
        </p:nvPicPr>
        <p:blipFill>
          <a:blip r:embed="rId3"/>
          <a:stretch>
            <a:fillRect/>
          </a:stretch>
        </p:blipFill>
        <p:spPr>
          <a:xfrm>
            <a:off x="4507920" y="4536360"/>
            <a:ext cx="2509920" cy="1882440"/>
          </a:xfrm>
          <a:prstGeom prst="rect">
            <a:avLst/>
          </a:prstGeom>
          <a:ln w="0">
            <a:noFill/>
          </a:ln>
          <a:effectLst>
            <a:outerShdw blurRad="50760" dist="38160" dir="10800000" algn="r" rotWithShape="0">
              <a:srgbClr val="000000">
                <a:alpha val="40000"/>
              </a:srgbClr>
            </a:outerShdw>
          </a:effectLst>
        </p:spPr>
      </p:pic>
      <p:pic>
        <p:nvPicPr>
          <p:cNvPr id="252" name="图片 7" descr="图片_20251111164156"/>
          <p:cNvPicPr/>
          <p:nvPr/>
        </p:nvPicPr>
        <p:blipFill>
          <a:blip r:embed="rId4"/>
          <a:stretch>
            <a:fillRect/>
          </a:stretch>
        </p:blipFill>
        <p:spPr>
          <a:xfrm rot="660000">
            <a:off x="9532440" y="3655440"/>
            <a:ext cx="2295720" cy="3063600"/>
          </a:xfrm>
          <a:prstGeom prst="rect">
            <a:avLst/>
          </a:prstGeom>
          <a:ln w="0">
            <a:noFill/>
          </a:ln>
          <a:effectLst>
            <a:outerShdw blurRad="50760" dist="38160" dir="10800000" algn="r" rotWithShape="0">
              <a:srgbClr val="000000">
                <a:alpha val="40000"/>
              </a:srgbClr>
            </a:outerShdw>
          </a:effectLst>
        </p:spPr>
      </p:pic>
      <p:pic>
        <p:nvPicPr>
          <p:cNvPr id="253" name="图片 8" descr="图片_20251111164209"/>
          <p:cNvPicPr/>
          <p:nvPr/>
        </p:nvPicPr>
        <p:blipFill>
          <a:blip r:embed="rId5"/>
          <a:stretch>
            <a:fillRect/>
          </a:stretch>
        </p:blipFill>
        <p:spPr>
          <a:xfrm>
            <a:off x="3420000" y="360000"/>
            <a:ext cx="2701440" cy="3600000"/>
          </a:xfrm>
          <a:prstGeom prst="rect">
            <a:avLst/>
          </a:prstGeom>
          <a:ln w="0">
            <a:noFill/>
          </a:ln>
          <a:effectLst>
            <a:outerShdw blurRad="50760" dist="38160" dir="10800000" algn="r" rotWithShape="0">
              <a:srgbClr val="000000">
                <a:alpha val="40000"/>
              </a:srgbClr>
            </a:outerShdw>
          </a:effectLst>
        </p:spPr>
      </p:pic>
      <p:pic>
        <p:nvPicPr>
          <p:cNvPr id="254" name="图片 9" descr="图片_20251111164223"/>
          <p:cNvPicPr/>
          <p:nvPr/>
        </p:nvPicPr>
        <p:blipFill>
          <a:blip r:embed="rId6"/>
          <a:stretch>
            <a:fillRect/>
          </a:stretch>
        </p:blipFill>
        <p:spPr>
          <a:xfrm>
            <a:off x="6840000" y="720000"/>
            <a:ext cx="1898280" cy="2530080"/>
          </a:xfrm>
          <a:prstGeom prst="rect">
            <a:avLst/>
          </a:prstGeom>
          <a:ln w="0">
            <a:noFill/>
          </a:ln>
          <a:effectLst>
            <a:outerShdw blurRad="50760" dist="38160" dir="10800000" algn="r" rotWithShape="0">
              <a:srgbClr val="000000">
                <a:alpha val="40000"/>
              </a:srgbClr>
            </a:outerShdw>
          </a:effectLst>
        </p:spPr>
      </p:pic>
      <p:pic>
        <p:nvPicPr>
          <p:cNvPr id="255" name="图片 10" descr="图片_20251111164237"/>
          <p:cNvPicPr/>
          <p:nvPr/>
        </p:nvPicPr>
        <p:blipFill>
          <a:blip r:embed="rId7"/>
          <a:stretch>
            <a:fillRect/>
          </a:stretch>
        </p:blipFill>
        <p:spPr>
          <a:xfrm rot="1320000">
            <a:off x="1498960" y="3620420"/>
            <a:ext cx="2418480" cy="3222360"/>
          </a:xfrm>
          <a:prstGeom prst="rect">
            <a:avLst/>
          </a:prstGeom>
          <a:ln w="0">
            <a:noFill/>
          </a:ln>
          <a:effectLst>
            <a:outerShdw blurRad="50760" dist="38160" dir="10800000" algn="r" rotWithShape="0">
              <a:srgbClr val="000000">
                <a:alpha val="40000"/>
              </a:srgbClr>
            </a:outerShdw>
          </a:effectLst>
        </p:spPr>
      </p:pic>
      <p:pic>
        <p:nvPicPr>
          <p:cNvPr id="256" name="图片 15" descr="图片_20251111164257"/>
          <p:cNvPicPr/>
          <p:nvPr/>
        </p:nvPicPr>
        <p:blipFill>
          <a:blip r:embed="rId8"/>
          <a:stretch>
            <a:fillRect/>
          </a:stretch>
        </p:blipFill>
        <p:spPr>
          <a:xfrm rot="20460000">
            <a:off x="459760" y="1183070"/>
            <a:ext cx="2170800" cy="2893320"/>
          </a:xfrm>
          <a:prstGeom prst="rect">
            <a:avLst/>
          </a:prstGeom>
          <a:ln w="0">
            <a:noFill/>
          </a:ln>
          <a:effectLst>
            <a:outerShdw blurRad="50760" dist="38160" dir="10800000" algn="r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标题 1"/>
          <p:cNvSpPr/>
          <p:nvPr/>
        </p:nvSpPr>
        <p:spPr>
          <a:xfrm>
            <a:off x="695355" y="260255"/>
            <a:ext cx="1061892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262626"/>
                </a:solidFill>
                <a:latin typeface="Source Han Sans CN Bold"/>
                <a:ea typeface="Source Han Sans CN Bold"/>
              </a:rPr>
              <a:t>Exploring</a:t>
            </a:r>
            <a:endParaRPr lang="fr-FR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8" name="任意多边形: 形状 12"/>
          <p:cNvSpPr/>
          <p:nvPr/>
        </p:nvSpPr>
        <p:spPr>
          <a:xfrm>
            <a:off x="-601920" y="2703960"/>
            <a:ext cx="12860280" cy="2765880"/>
          </a:xfrm>
          <a:custGeom>
            <a:avLst/>
            <a:gdLst>
              <a:gd name="textAreaLeft" fmla="*/ 0 w 12860280"/>
              <a:gd name="textAreaRight" fmla="*/ 12860640 w 12860280"/>
              <a:gd name="textAreaTop" fmla="*/ 0 h 2765880"/>
              <a:gd name="textAreaBottom" fmla="*/ 2766240 h 2765880"/>
            </a:gdLst>
            <a:ahLst/>
            <a:cxnLst/>
            <a:rect l="textAreaLeft" t="textAreaTop" r="textAreaRight" b="textAreaBottom"/>
            <a:pathLst>
              <a:path w="11606540" h="1207248">
                <a:moveTo>
                  <a:pt x="0" y="1207248"/>
                </a:moveTo>
                <a:cubicBezTo>
                  <a:pt x="732692" y="985347"/>
                  <a:pt x="1465384" y="763447"/>
                  <a:pt x="1989573" y="694783"/>
                </a:cubicBezTo>
                <a:cubicBezTo>
                  <a:pt x="2513762" y="626119"/>
                  <a:pt x="2584101" y="890725"/>
                  <a:pt x="3145134" y="795266"/>
                </a:cubicBezTo>
                <a:cubicBezTo>
                  <a:pt x="3706167" y="699807"/>
                  <a:pt x="4610518" y="173943"/>
                  <a:pt x="5355771" y="122027"/>
                </a:cubicBezTo>
                <a:cubicBezTo>
                  <a:pt x="6101024" y="70111"/>
                  <a:pt x="6926663" y="503864"/>
                  <a:pt x="7616650" y="483767"/>
                </a:cubicBezTo>
                <a:cubicBezTo>
                  <a:pt x="8306637" y="463670"/>
                  <a:pt x="8852598" y="26567"/>
                  <a:pt x="9495692" y="1446"/>
                </a:cubicBezTo>
                <a:cubicBezTo>
                  <a:pt x="10138787" y="-23675"/>
                  <a:pt x="11143621" y="286150"/>
                  <a:pt x="11475217" y="333042"/>
                </a:cubicBezTo>
                <a:cubicBezTo>
                  <a:pt x="11806813" y="379934"/>
                  <a:pt x="11394831" y="259354"/>
                  <a:pt x="11485266" y="282800"/>
                </a:cubicBezTo>
              </a:path>
            </a:pathLst>
          </a:custGeom>
          <a:noFill/>
          <a:ln w="31750" cap="rnd">
            <a:solidFill>
              <a:srgbClr val="FF4A1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endParaRPr lang="fr-FR" sz="1800" b="1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70" y="1085215"/>
            <a:ext cx="3516630" cy="468757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0">
            <a:off x="9818370" y="969010"/>
            <a:ext cx="1654810" cy="3684270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00">
            <a:off x="5053965" y="951865"/>
            <a:ext cx="4073525" cy="3054985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160" dist="50432" dir="1288947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AFBFC"/>
            </a:gs>
            <a:gs pos="100000">
              <a:srgbClr val="FFFFFF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标题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58" name="标题 1"/>
          <p:cNvSpPr/>
          <p:nvPr/>
        </p:nvSpPr>
        <p:spPr>
          <a:xfrm rot="14966400">
            <a:off x="-609120" y="-3573360"/>
            <a:ext cx="14958000" cy="13067640"/>
          </a:xfrm>
          <a:prstGeom prst="triangle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59" name="标题 1"/>
          <p:cNvSpPr/>
          <p:nvPr/>
        </p:nvSpPr>
        <p:spPr>
          <a:xfrm rot="14966400">
            <a:off x="625320" y="-3573360"/>
            <a:ext cx="12488760" cy="13067640"/>
          </a:xfrm>
          <a:prstGeom prst="triangle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60" name="标题 1"/>
          <p:cNvSpPr/>
          <p:nvPr/>
        </p:nvSpPr>
        <p:spPr>
          <a:xfrm rot="14966400">
            <a:off x="1995840" y="-3573360"/>
            <a:ext cx="9747000" cy="1306764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261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-144360" y="4572720"/>
            <a:ext cx="5865120" cy="1967760"/>
          </a:xfrm>
          <a:prstGeom prst="rect">
            <a:avLst/>
          </a:prstGeom>
          <a:ln w="0">
            <a:noFill/>
          </a:ln>
        </p:spPr>
      </p:pic>
      <p:sp>
        <p:nvSpPr>
          <p:cNvPr id="262" name="标题 1"/>
          <p:cNvSpPr/>
          <p:nvPr/>
        </p:nvSpPr>
        <p:spPr>
          <a:xfrm>
            <a:off x="0" y="0"/>
            <a:ext cx="12191760" cy="71964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63" name="标题 1"/>
          <p:cNvSpPr/>
          <p:nvPr/>
        </p:nvSpPr>
        <p:spPr>
          <a:xfrm>
            <a:off x="256320" y="164880"/>
            <a:ext cx="11678760" cy="389880"/>
          </a:xfrm>
          <a:custGeom>
            <a:avLst/>
            <a:gdLst>
              <a:gd name="textAreaLeft" fmla="*/ 0 w 11678760"/>
              <a:gd name="textAreaRight" fmla="*/ 11679120 w 11678760"/>
              <a:gd name="textAreaTop" fmla="*/ 0 h 389880"/>
              <a:gd name="textAreaBottom" fmla="*/ 390240 h 389880"/>
            </a:gdLst>
            <a:ahLst/>
            <a:cxnLst/>
            <a:rect l="textAreaLeft" t="textAreaTop" r="textAreaRight" b="textAreaBottom"/>
            <a:pathLst>
              <a:path w="11679041" h="390293">
                <a:moveTo>
                  <a:pt x="11446724" y="0"/>
                </a:moveTo>
                <a:lnTo>
                  <a:pt x="11632577" y="0"/>
                </a:lnTo>
                <a:cubicBezTo>
                  <a:pt x="11658238" y="0"/>
                  <a:pt x="11679041" y="20803"/>
                  <a:pt x="11679041" y="46464"/>
                </a:cubicBezTo>
                <a:lnTo>
                  <a:pt x="11679041" y="343829"/>
                </a:lnTo>
                <a:cubicBezTo>
                  <a:pt x="11679041" y="369490"/>
                  <a:pt x="11658238" y="390293"/>
                  <a:pt x="11632577" y="390293"/>
                </a:cubicBezTo>
                <a:lnTo>
                  <a:pt x="11446724" y="390293"/>
                </a:lnTo>
                <a:cubicBezTo>
                  <a:pt x="11421063" y="390293"/>
                  <a:pt x="11400260" y="369490"/>
                  <a:pt x="11400260" y="343829"/>
                </a:cubicBezTo>
                <a:lnTo>
                  <a:pt x="11400260" y="46464"/>
                </a:lnTo>
                <a:cubicBezTo>
                  <a:pt x="11400260" y="20803"/>
                  <a:pt x="11421063" y="0"/>
                  <a:pt x="11446724" y="0"/>
                </a:cubicBezTo>
                <a:close/>
                <a:moveTo>
                  <a:pt x="10776120" y="0"/>
                </a:moveTo>
                <a:lnTo>
                  <a:pt x="10961973" y="0"/>
                </a:lnTo>
                <a:cubicBezTo>
                  <a:pt x="10987634" y="0"/>
                  <a:pt x="11008437" y="20803"/>
                  <a:pt x="11008437" y="46464"/>
                </a:cubicBezTo>
                <a:lnTo>
                  <a:pt x="11008437" y="343829"/>
                </a:lnTo>
                <a:cubicBezTo>
                  <a:pt x="11008437" y="369490"/>
                  <a:pt x="10987634" y="390293"/>
                  <a:pt x="10961973" y="390293"/>
                </a:cubicBezTo>
                <a:lnTo>
                  <a:pt x="10776120" y="390293"/>
                </a:lnTo>
                <a:cubicBezTo>
                  <a:pt x="10750459" y="390293"/>
                  <a:pt x="10729656" y="369490"/>
                  <a:pt x="10729656" y="343829"/>
                </a:cubicBezTo>
                <a:lnTo>
                  <a:pt x="10729656" y="46464"/>
                </a:lnTo>
                <a:cubicBezTo>
                  <a:pt x="10729656" y="20803"/>
                  <a:pt x="10750459" y="0"/>
                  <a:pt x="10776120" y="0"/>
                </a:cubicBezTo>
                <a:close/>
                <a:moveTo>
                  <a:pt x="10105517" y="0"/>
                </a:moveTo>
                <a:lnTo>
                  <a:pt x="10291370" y="0"/>
                </a:lnTo>
                <a:cubicBezTo>
                  <a:pt x="10317031" y="0"/>
                  <a:pt x="10337834" y="20803"/>
                  <a:pt x="10337834" y="46464"/>
                </a:cubicBezTo>
                <a:lnTo>
                  <a:pt x="10337834" y="343829"/>
                </a:lnTo>
                <a:cubicBezTo>
                  <a:pt x="10337834" y="369490"/>
                  <a:pt x="10317031" y="390293"/>
                  <a:pt x="10291370" y="390293"/>
                </a:cubicBezTo>
                <a:lnTo>
                  <a:pt x="10105517" y="390293"/>
                </a:lnTo>
                <a:cubicBezTo>
                  <a:pt x="10079856" y="390293"/>
                  <a:pt x="10059053" y="369490"/>
                  <a:pt x="10059053" y="343829"/>
                </a:cubicBezTo>
                <a:lnTo>
                  <a:pt x="10059053" y="46464"/>
                </a:lnTo>
                <a:cubicBezTo>
                  <a:pt x="10059053" y="20803"/>
                  <a:pt x="10079856" y="0"/>
                  <a:pt x="10105517" y="0"/>
                </a:cubicBezTo>
                <a:close/>
                <a:moveTo>
                  <a:pt x="9434913" y="0"/>
                </a:moveTo>
                <a:lnTo>
                  <a:pt x="9620766" y="0"/>
                </a:lnTo>
                <a:cubicBezTo>
                  <a:pt x="9646427" y="0"/>
                  <a:pt x="9667230" y="20803"/>
                  <a:pt x="9667230" y="46464"/>
                </a:cubicBezTo>
                <a:lnTo>
                  <a:pt x="9667230" y="343829"/>
                </a:lnTo>
                <a:cubicBezTo>
                  <a:pt x="9667230" y="369490"/>
                  <a:pt x="9646427" y="390293"/>
                  <a:pt x="9620766" y="390293"/>
                </a:cubicBezTo>
                <a:lnTo>
                  <a:pt x="9434913" y="390293"/>
                </a:lnTo>
                <a:cubicBezTo>
                  <a:pt x="9409252" y="390293"/>
                  <a:pt x="9388449" y="369490"/>
                  <a:pt x="9388449" y="343829"/>
                </a:cubicBezTo>
                <a:lnTo>
                  <a:pt x="9388449" y="46464"/>
                </a:lnTo>
                <a:cubicBezTo>
                  <a:pt x="9388449" y="20803"/>
                  <a:pt x="9409252" y="0"/>
                  <a:pt x="9434913" y="0"/>
                </a:cubicBezTo>
                <a:close/>
                <a:moveTo>
                  <a:pt x="8764310" y="0"/>
                </a:moveTo>
                <a:lnTo>
                  <a:pt x="8950163" y="0"/>
                </a:lnTo>
                <a:cubicBezTo>
                  <a:pt x="8975824" y="0"/>
                  <a:pt x="8996627" y="20803"/>
                  <a:pt x="8996627" y="46464"/>
                </a:cubicBezTo>
                <a:lnTo>
                  <a:pt x="8996627" y="343829"/>
                </a:lnTo>
                <a:cubicBezTo>
                  <a:pt x="8996627" y="369490"/>
                  <a:pt x="8975824" y="390293"/>
                  <a:pt x="8950163" y="390293"/>
                </a:cubicBezTo>
                <a:lnTo>
                  <a:pt x="8764310" y="390293"/>
                </a:lnTo>
                <a:cubicBezTo>
                  <a:pt x="8738649" y="390293"/>
                  <a:pt x="8717846" y="369490"/>
                  <a:pt x="8717846" y="343829"/>
                </a:cubicBezTo>
                <a:lnTo>
                  <a:pt x="8717846" y="46464"/>
                </a:lnTo>
                <a:cubicBezTo>
                  <a:pt x="8717846" y="20803"/>
                  <a:pt x="8738649" y="0"/>
                  <a:pt x="8764310" y="0"/>
                </a:cubicBezTo>
                <a:close/>
                <a:moveTo>
                  <a:pt x="8093706" y="0"/>
                </a:moveTo>
                <a:lnTo>
                  <a:pt x="8279559" y="0"/>
                </a:lnTo>
                <a:cubicBezTo>
                  <a:pt x="8305220" y="0"/>
                  <a:pt x="8326023" y="20803"/>
                  <a:pt x="8326023" y="46464"/>
                </a:cubicBezTo>
                <a:lnTo>
                  <a:pt x="8326023" y="343829"/>
                </a:lnTo>
                <a:cubicBezTo>
                  <a:pt x="8326023" y="369490"/>
                  <a:pt x="8305220" y="390293"/>
                  <a:pt x="8279559" y="390293"/>
                </a:cubicBezTo>
                <a:lnTo>
                  <a:pt x="8093706" y="390293"/>
                </a:lnTo>
                <a:cubicBezTo>
                  <a:pt x="8068045" y="390293"/>
                  <a:pt x="8047242" y="369490"/>
                  <a:pt x="8047242" y="343829"/>
                </a:cubicBezTo>
                <a:lnTo>
                  <a:pt x="8047242" y="46464"/>
                </a:lnTo>
                <a:cubicBezTo>
                  <a:pt x="8047242" y="20803"/>
                  <a:pt x="8068045" y="0"/>
                  <a:pt x="8093706" y="0"/>
                </a:cubicBezTo>
                <a:close/>
                <a:moveTo>
                  <a:pt x="7423102" y="0"/>
                </a:moveTo>
                <a:lnTo>
                  <a:pt x="7608955" y="0"/>
                </a:lnTo>
                <a:cubicBezTo>
                  <a:pt x="7634616" y="0"/>
                  <a:pt x="7655419" y="20803"/>
                  <a:pt x="7655419" y="46464"/>
                </a:cubicBezTo>
                <a:lnTo>
                  <a:pt x="7655419" y="343829"/>
                </a:lnTo>
                <a:cubicBezTo>
                  <a:pt x="7655419" y="369490"/>
                  <a:pt x="7634616" y="390293"/>
                  <a:pt x="7608955" y="390293"/>
                </a:cubicBezTo>
                <a:lnTo>
                  <a:pt x="7423102" y="390293"/>
                </a:lnTo>
                <a:cubicBezTo>
                  <a:pt x="7397441" y="390293"/>
                  <a:pt x="7376638" y="369490"/>
                  <a:pt x="7376638" y="343829"/>
                </a:cubicBezTo>
                <a:lnTo>
                  <a:pt x="7376638" y="46464"/>
                </a:lnTo>
                <a:cubicBezTo>
                  <a:pt x="7376638" y="20803"/>
                  <a:pt x="7397441" y="0"/>
                  <a:pt x="7423102" y="0"/>
                </a:cubicBezTo>
                <a:close/>
                <a:moveTo>
                  <a:pt x="6752498" y="0"/>
                </a:moveTo>
                <a:lnTo>
                  <a:pt x="6938351" y="0"/>
                </a:lnTo>
                <a:cubicBezTo>
                  <a:pt x="6964012" y="0"/>
                  <a:pt x="6984815" y="20803"/>
                  <a:pt x="6984815" y="46464"/>
                </a:cubicBezTo>
                <a:lnTo>
                  <a:pt x="6984815" y="343829"/>
                </a:lnTo>
                <a:cubicBezTo>
                  <a:pt x="6984815" y="369490"/>
                  <a:pt x="6964012" y="390293"/>
                  <a:pt x="6938351" y="390293"/>
                </a:cubicBezTo>
                <a:lnTo>
                  <a:pt x="6752498" y="390293"/>
                </a:lnTo>
                <a:cubicBezTo>
                  <a:pt x="6726837" y="390293"/>
                  <a:pt x="6706034" y="369490"/>
                  <a:pt x="6706034" y="343829"/>
                </a:cubicBezTo>
                <a:lnTo>
                  <a:pt x="6706034" y="46464"/>
                </a:lnTo>
                <a:cubicBezTo>
                  <a:pt x="6706034" y="20803"/>
                  <a:pt x="6726837" y="0"/>
                  <a:pt x="6752498" y="0"/>
                </a:cubicBezTo>
                <a:close/>
                <a:moveTo>
                  <a:pt x="6081894" y="0"/>
                </a:moveTo>
                <a:lnTo>
                  <a:pt x="6267747" y="0"/>
                </a:lnTo>
                <a:cubicBezTo>
                  <a:pt x="6293408" y="0"/>
                  <a:pt x="6314211" y="20803"/>
                  <a:pt x="6314211" y="46464"/>
                </a:cubicBezTo>
                <a:lnTo>
                  <a:pt x="6314211" y="343829"/>
                </a:lnTo>
                <a:cubicBezTo>
                  <a:pt x="6314211" y="369490"/>
                  <a:pt x="6293408" y="390293"/>
                  <a:pt x="6267747" y="390293"/>
                </a:cubicBezTo>
                <a:lnTo>
                  <a:pt x="6081894" y="390293"/>
                </a:lnTo>
                <a:cubicBezTo>
                  <a:pt x="6056233" y="390293"/>
                  <a:pt x="6035430" y="369490"/>
                  <a:pt x="6035430" y="343829"/>
                </a:cubicBezTo>
                <a:lnTo>
                  <a:pt x="6035430" y="46464"/>
                </a:lnTo>
                <a:cubicBezTo>
                  <a:pt x="6035430" y="20803"/>
                  <a:pt x="6056233" y="0"/>
                  <a:pt x="6081894" y="0"/>
                </a:cubicBezTo>
                <a:close/>
                <a:moveTo>
                  <a:pt x="5411291" y="0"/>
                </a:moveTo>
                <a:lnTo>
                  <a:pt x="5597144" y="0"/>
                </a:lnTo>
                <a:cubicBezTo>
                  <a:pt x="5622805" y="0"/>
                  <a:pt x="5643608" y="20803"/>
                  <a:pt x="5643608" y="46464"/>
                </a:cubicBezTo>
                <a:lnTo>
                  <a:pt x="5643608" y="343829"/>
                </a:lnTo>
                <a:cubicBezTo>
                  <a:pt x="5643608" y="369490"/>
                  <a:pt x="5622805" y="390293"/>
                  <a:pt x="5597144" y="390293"/>
                </a:cubicBezTo>
                <a:lnTo>
                  <a:pt x="5411291" y="390293"/>
                </a:lnTo>
                <a:cubicBezTo>
                  <a:pt x="5385630" y="390293"/>
                  <a:pt x="5364827" y="369490"/>
                  <a:pt x="5364827" y="343829"/>
                </a:cubicBezTo>
                <a:lnTo>
                  <a:pt x="5364827" y="46464"/>
                </a:lnTo>
                <a:cubicBezTo>
                  <a:pt x="5364827" y="20803"/>
                  <a:pt x="5385630" y="0"/>
                  <a:pt x="5411291" y="0"/>
                </a:cubicBezTo>
                <a:close/>
                <a:moveTo>
                  <a:pt x="4740687" y="0"/>
                </a:moveTo>
                <a:lnTo>
                  <a:pt x="4926541" y="0"/>
                </a:lnTo>
                <a:cubicBezTo>
                  <a:pt x="4952201" y="0"/>
                  <a:pt x="4973004" y="20803"/>
                  <a:pt x="4973004" y="46464"/>
                </a:cubicBezTo>
                <a:lnTo>
                  <a:pt x="4973004" y="343829"/>
                </a:lnTo>
                <a:cubicBezTo>
                  <a:pt x="4973004" y="369490"/>
                  <a:pt x="4952201" y="390293"/>
                  <a:pt x="4926541" y="390293"/>
                </a:cubicBezTo>
                <a:lnTo>
                  <a:pt x="4740687" y="390293"/>
                </a:lnTo>
                <a:cubicBezTo>
                  <a:pt x="4715026" y="390293"/>
                  <a:pt x="4694223" y="369490"/>
                  <a:pt x="4694223" y="343829"/>
                </a:cubicBezTo>
                <a:lnTo>
                  <a:pt x="4694223" y="46464"/>
                </a:lnTo>
                <a:cubicBezTo>
                  <a:pt x="4694223" y="20803"/>
                  <a:pt x="4715026" y="0"/>
                  <a:pt x="4740687" y="0"/>
                </a:cubicBezTo>
                <a:close/>
                <a:moveTo>
                  <a:pt x="4070083" y="0"/>
                </a:moveTo>
                <a:lnTo>
                  <a:pt x="4255936" y="0"/>
                </a:lnTo>
                <a:cubicBezTo>
                  <a:pt x="4281597" y="0"/>
                  <a:pt x="4302400" y="20803"/>
                  <a:pt x="4302400" y="46464"/>
                </a:cubicBezTo>
                <a:lnTo>
                  <a:pt x="4302400" y="343829"/>
                </a:lnTo>
                <a:cubicBezTo>
                  <a:pt x="4302400" y="369490"/>
                  <a:pt x="4281597" y="390293"/>
                  <a:pt x="4255936" y="390293"/>
                </a:cubicBezTo>
                <a:lnTo>
                  <a:pt x="4070083" y="390293"/>
                </a:lnTo>
                <a:cubicBezTo>
                  <a:pt x="4044423" y="390293"/>
                  <a:pt x="4023620" y="369490"/>
                  <a:pt x="4023620" y="343829"/>
                </a:cubicBezTo>
                <a:lnTo>
                  <a:pt x="4023620" y="46464"/>
                </a:lnTo>
                <a:cubicBezTo>
                  <a:pt x="4023620" y="20803"/>
                  <a:pt x="4044423" y="0"/>
                  <a:pt x="4070083" y="0"/>
                </a:cubicBezTo>
                <a:close/>
                <a:moveTo>
                  <a:pt x="3399482" y="0"/>
                </a:moveTo>
                <a:lnTo>
                  <a:pt x="3585335" y="0"/>
                </a:lnTo>
                <a:cubicBezTo>
                  <a:pt x="3610996" y="0"/>
                  <a:pt x="3631799" y="20803"/>
                  <a:pt x="3631799" y="46464"/>
                </a:cubicBezTo>
                <a:lnTo>
                  <a:pt x="3631799" y="343829"/>
                </a:lnTo>
                <a:cubicBezTo>
                  <a:pt x="3631799" y="369490"/>
                  <a:pt x="3610996" y="390293"/>
                  <a:pt x="3585335" y="390293"/>
                </a:cubicBezTo>
                <a:lnTo>
                  <a:pt x="3399482" y="390293"/>
                </a:lnTo>
                <a:cubicBezTo>
                  <a:pt x="3373821" y="390293"/>
                  <a:pt x="3353018" y="369490"/>
                  <a:pt x="3353018" y="343829"/>
                </a:cubicBezTo>
                <a:lnTo>
                  <a:pt x="3353018" y="46464"/>
                </a:lnTo>
                <a:cubicBezTo>
                  <a:pt x="3353018" y="20803"/>
                  <a:pt x="3373821" y="0"/>
                  <a:pt x="3399482" y="0"/>
                </a:cubicBezTo>
                <a:close/>
                <a:moveTo>
                  <a:pt x="2728878" y="0"/>
                </a:moveTo>
                <a:lnTo>
                  <a:pt x="2914731" y="0"/>
                </a:lnTo>
                <a:cubicBezTo>
                  <a:pt x="2940392" y="0"/>
                  <a:pt x="2961195" y="20803"/>
                  <a:pt x="2961195" y="46464"/>
                </a:cubicBezTo>
                <a:lnTo>
                  <a:pt x="2961195" y="343829"/>
                </a:lnTo>
                <a:cubicBezTo>
                  <a:pt x="2961195" y="369490"/>
                  <a:pt x="2940392" y="390293"/>
                  <a:pt x="2914731" y="390293"/>
                </a:cubicBezTo>
                <a:lnTo>
                  <a:pt x="2728878" y="390293"/>
                </a:lnTo>
                <a:cubicBezTo>
                  <a:pt x="2703217" y="390293"/>
                  <a:pt x="2682415" y="369490"/>
                  <a:pt x="2682415" y="343829"/>
                </a:cubicBezTo>
                <a:lnTo>
                  <a:pt x="2682415" y="46464"/>
                </a:lnTo>
                <a:cubicBezTo>
                  <a:pt x="2682415" y="20803"/>
                  <a:pt x="2703217" y="0"/>
                  <a:pt x="2728878" y="0"/>
                </a:cubicBezTo>
                <a:close/>
                <a:moveTo>
                  <a:pt x="2058274" y="0"/>
                </a:moveTo>
                <a:lnTo>
                  <a:pt x="2244127" y="0"/>
                </a:lnTo>
                <a:cubicBezTo>
                  <a:pt x="2269789" y="0"/>
                  <a:pt x="2290592" y="20803"/>
                  <a:pt x="2290592" y="46464"/>
                </a:cubicBezTo>
                <a:lnTo>
                  <a:pt x="2290592" y="343829"/>
                </a:lnTo>
                <a:cubicBezTo>
                  <a:pt x="2290592" y="369490"/>
                  <a:pt x="2269789" y="390293"/>
                  <a:pt x="2244127" y="390293"/>
                </a:cubicBezTo>
                <a:lnTo>
                  <a:pt x="2058274" y="390293"/>
                </a:lnTo>
                <a:cubicBezTo>
                  <a:pt x="2032613" y="390293"/>
                  <a:pt x="2011811" y="369490"/>
                  <a:pt x="2011811" y="343829"/>
                </a:cubicBezTo>
                <a:lnTo>
                  <a:pt x="2011811" y="46464"/>
                </a:lnTo>
                <a:cubicBezTo>
                  <a:pt x="2011811" y="20803"/>
                  <a:pt x="2032613" y="0"/>
                  <a:pt x="2058274" y="0"/>
                </a:cubicBezTo>
                <a:close/>
                <a:moveTo>
                  <a:pt x="1387670" y="0"/>
                </a:moveTo>
                <a:lnTo>
                  <a:pt x="1573523" y="0"/>
                </a:lnTo>
                <a:cubicBezTo>
                  <a:pt x="1599184" y="0"/>
                  <a:pt x="1619987" y="20803"/>
                  <a:pt x="1619987" y="46464"/>
                </a:cubicBezTo>
                <a:lnTo>
                  <a:pt x="1619987" y="343829"/>
                </a:lnTo>
                <a:cubicBezTo>
                  <a:pt x="1619987" y="369490"/>
                  <a:pt x="1599184" y="390293"/>
                  <a:pt x="1573523" y="390293"/>
                </a:cubicBezTo>
                <a:lnTo>
                  <a:pt x="1387670" y="390293"/>
                </a:lnTo>
                <a:cubicBezTo>
                  <a:pt x="1362009" y="390293"/>
                  <a:pt x="1341206" y="369490"/>
                  <a:pt x="1341206" y="343829"/>
                </a:cubicBezTo>
                <a:lnTo>
                  <a:pt x="1341206" y="46464"/>
                </a:lnTo>
                <a:cubicBezTo>
                  <a:pt x="1341206" y="20803"/>
                  <a:pt x="1362009" y="0"/>
                  <a:pt x="1387670" y="0"/>
                </a:cubicBezTo>
                <a:close/>
                <a:moveTo>
                  <a:pt x="717068" y="0"/>
                </a:moveTo>
                <a:lnTo>
                  <a:pt x="902921" y="0"/>
                </a:lnTo>
                <a:cubicBezTo>
                  <a:pt x="928581" y="0"/>
                  <a:pt x="949384" y="20803"/>
                  <a:pt x="949384" y="46464"/>
                </a:cubicBezTo>
                <a:lnTo>
                  <a:pt x="949384" y="343829"/>
                </a:lnTo>
                <a:cubicBezTo>
                  <a:pt x="949384" y="369490"/>
                  <a:pt x="928581" y="390293"/>
                  <a:pt x="902921" y="390293"/>
                </a:cubicBezTo>
                <a:lnTo>
                  <a:pt x="717068" y="390293"/>
                </a:lnTo>
                <a:cubicBezTo>
                  <a:pt x="691407" y="390293"/>
                  <a:pt x="670604" y="369490"/>
                  <a:pt x="670604" y="343829"/>
                </a:cubicBezTo>
                <a:lnTo>
                  <a:pt x="670604" y="46464"/>
                </a:lnTo>
                <a:cubicBezTo>
                  <a:pt x="670604" y="20803"/>
                  <a:pt x="691407" y="0"/>
                  <a:pt x="717068" y="0"/>
                </a:cubicBezTo>
                <a:close/>
                <a:moveTo>
                  <a:pt x="46464" y="0"/>
                </a:moveTo>
                <a:lnTo>
                  <a:pt x="232317" y="0"/>
                </a:lnTo>
                <a:cubicBezTo>
                  <a:pt x="257978" y="0"/>
                  <a:pt x="278781" y="20803"/>
                  <a:pt x="278781" y="46464"/>
                </a:cubicBezTo>
                <a:lnTo>
                  <a:pt x="278781" y="343829"/>
                </a:lnTo>
                <a:cubicBezTo>
                  <a:pt x="278781" y="369490"/>
                  <a:pt x="257978" y="390293"/>
                  <a:pt x="232317" y="390293"/>
                </a:cubicBezTo>
                <a:lnTo>
                  <a:pt x="46464" y="390293"/>
                </a:lnTo>
                <a:cubicBezTo>
                  <a:pt x="20803" y="390293"/>
                  <a:pt x="0" y="369490"/>
                  <a:pt x="0" y="343829"/>
                </a:cubicBezTo>
                <a:lnTo>
                  <a:pt x="0" y="46464"/>
                </a:lnTo>
                <a:cubicBezTo>
                  <a:pt x="0" y="20803"/>
                  <a:pt x="20803" y="0"/>
                  <a:pt x="46464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64" name="标题 1"/>
          <p:cNvSpPr/>
          <p:nvPr/>
        </p:nvSpPr>
        <p:spPr>
          <a:xfrm>
            <a:off x="0" y="6138000"/>
            <a:ext cx="12191760" cy="71964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65" name="标题 1"/>
          <p:cNvSpPr/>
          <p:nvPr/>
        </p:nvSpPr>
        <p:spPr>
          <a:xfrm>
            <a:off x="256320" y="6302880"/>
            <a:ext cx="11678760" cy="389880"/>
          </a:xfrm>
          <a:custGeom>
            <a:avLst/>
            <a:gdLst>
              <a:gd name="textAreaLeft" fmla="*/ 0 w 11678760"/>
              <a:gd name="textAreaRight" fmla="*/ 11679120 w 11678760"/>
              <a:gd name="textAreaTop" fmla="*/ 0 h 389880"/>
              <a:gd name="textAreaBottom" fmla="*/ 390240 h 389880"/>
            </a:gdLst>
            <a:ahLst/>
            <a:cxnLst/>
            <a:rect l="textAreaLeft" t="textAreaTop" r="textAreaRight" b="textAreaBottom"/>
            <a:pathLst>
              <a:path w="11679041" h="390293">
                <a:moveTo>
                  <a:pt x="11446724" y="0"/>
                </a:moveTo>
                <a:lnTo>
                  <a:pt x="11632577" y="0"/>
                </a:lnTo>
                <a:cubicBezTo>
                  <a:pt x="11658238" y="0"/>
                  <a:pt x="11679041" y="20803"/>
                  <a:pt x="11679041" y="46464"/>
                </a:cubicBezTo>
                <a:lnTo>
                  <a:pt x="11679041" y="343829"/>
                </a:lnTo>
                <a:cubicBezTo>
                  <a:pt x="11679041" y="369490"/>
                  <a:pt x="11658238" y="390293"/>
                  <a:pt x="11632577" y="390293"/>
                </a:cubicBezTo>
                <a:lnTo>
                  <a:pt x="11446724" y="390293"/>
                </a:lnTo>
                <a:cubicBezTo>
                  <a:pt x="11421063" y="390293"/>
                  <a:pt x="11400260" y="369490"/>
                  <a:pt x="11400260" y="343829"/>
                </a:cubicBezTo>
                <a:lnTo>
                  <a:pt x="11400260" y="46464"/>
                </a:lnTo>
                <a:cubicBezTo>
                  <a:pt x="11400260" y="20803"/>
                  <a:pt x="11421063" y="0"/>
                  <a:pt x="11446724" y="0"/>
                </a:cubicBezTo>
                <a:close/>
                <a:moveTo>
                  <a:pt x="10776120" y="0"/>
                </a:moveTo>
                <a:lnTo>
                  <a:pt x="10961973" y="0"/>
                </a:lnTo>
                <a:cubicBezTo>
                  <a:pt x="10987634" y="0"/>
                  <a:pt x="11008437" y="20803"/>
                  <a:pt x="11008437" y="46464"/>
                </a:cubicBezTo>
                <a:lnTo>
                  <a:pt x="11008437" y="343829"/>
                </a:lnTo>
                <a:cubicBezTo>
                  <a:pt x="11008437" y="369490"/>
                  <a:pt x="10987634" y="390293"/>
                  <a:pt x="10961973" y="390293"/>
                </a:cubicBezTo>
                <a:lnTo>
                  <a:pt x="10776120" y="390293"/>
                </a:lnTo>
                <a:cubicBezTo>
                  <a:pt x="10750459" y="390293"/>
                  <a:pt x="10729656" y="369490"/>
                  <a:pt x="10729656" y="343829"/>
                </a:cubicBezTo>
                <a:lnTo>
                  <a:pt x="10729656" y="46464"/>
                </a:lnTo>
                <a:cubicBezTo>
                  <a:pt x="10729656" y="20803"/>
                  <a:pt x="10750459" y="0"/>
                  <a:pt x="10776120" y="0"/>
                </a:cubicBezTo>
                <a:close/>
                <a:moveTo>
                  <a:pt x="10105517" y="0"/>
                </a:moveTo>
                <a:lnTo>
                  <a:pt x="10291370" y="0"/>
                </a:lnTo>
                <a:cubicBezTo>
                  <a:pt x="10317031" y="0"/>
                  <a:pt x="10337834" y="20803"/>
                  <a:pt x="10337834" y="46464"/>
                </a:cubicBezTo>
                <a:lnTo>
                  <a:pt x="10337834" y="343829"/>
                </a:lnTo>
                <a:cubicBezTo>
                  <a:pt x="10337834" y="369490"/>
                  <a:pt x="10317031" y="390293"/>
                  <a:pt x="10291370" y="390293"/>
                </a:cubicBezTo>
                <a:lnTo>
                  <a:pt x="10105517" y="390293"/>
                </a:lnTo>
                <a:cubicBezTo>
                  <a:pt x="10079856" y="390293"/>
                  <a:pt x="10059053" y="369490"/>
                  <a:pt x="10059053" y="343829"/>
                </a:cubicBezTo>
                <a:lnTo>
                  <a:pt x="10059053" y="46464"/>
                </a:lnTo>
                <a:cubicBezTo>
                  <a:pt x="10059053" y="20803"/>
                  <a:pt x="10079856" y="0"/>
                  <a:pt x="10105517" y="0"/>
                </a:cubicBezTo>
                <a:close/>
                <a:moveTo>
                  <a:pt x="9434913" y="0"/>
                </a:moveTo>
                <a:lnTo>
                  <a:pt x="9620766" y="0"/>
                </a:lnTo>
                <a:cubicBezTo>
                  <a:pt x="9646427" y="0"/>
                  <a:pt x="9667230" y="20803"/>
                  <a:pt x="9667230" y="46464"/>
                </a:cubicBezTo>
                <a:lnTo>
                  <a:pt x="9667230" y="343829"/>
                </a:lnTo>
                <a:cubicBezTo>
                  <a:pt x="9667230" y="369490"/>
                  <a:pt x="9646427" y="390293"/>
                  <a:pt x="9620766" y="390293"/>
                </a:cubicBezTo>
                <a:lnTo>
                  <a:pt x="9434913" y="390293"/>
                </a:lnTo>
                <a:cubicBezTo>
                  <a:pt x="9409252" y="390293"/>
                  <a:pt x="9388449" y="369490"/>
                  <a:pt x="9388449" y="343829"/>
                </a:cubicBezTo>
                <a:lnTo>
                  <a:pt x="9388449" y="46464"/>
                </a:lnTo>
                <a:cubicBezTo>
                  <a:pt x="9388449" y="20803"/>
                  <a:pt x="9409252" y="0"/>
                  <a:pt x="9434913" y="0"/>
                </a:cubicBezTo>
                <a:close/>
                <a:moveTo>
                  <a:pt x="8764310" y="0"/>
                </a:moveTo>
                <a:lnTo>
                  <a:pt x="8950163" y="0"/>
                </a:lnTo>
                <a:cubicBezTo>
                  <a:pt x="8975824" y="0"/>
                  <a:pt x="8996627" y="20803"/>
                  <a:pt x="8996627" y="46464"/>
                </a:cubicBezTo>
                <a:lnTo>
                  <a:pt x="8996627" y="343829"/>
                </a:lnTo>
                <a:cubicBezTo>
                  <a:pt x="8996627" y="369490"/>
                  <a:pt x="8975824" y="390293"/>
                  <a:pt x="8950163" y="390293"/>
                </a:cubicBezTo>
                <a:lnTo>
                  <a:pt x="8764310" y="390293"/>
                </a:lnTo>
                <a:cubicBezTo>
                  <a:pt x="8738649" y="390293"/>
                  <a:pt x="8717846" y="369490"/>
                  <a:pt x="8717846" y="343829"/>
                </a:cubicBezTo>
                <a:lnTo>
                  <a:pt x="8717846" y="46464"/>
                </a:lnTo>
                <a:cubicBezTo>
                  <a:pt x="8717846" y="20803"/>
                  <a:pt x="8738649" y="0"/>
                  <a:pt x="8764310" y="0"/>
                </a:cubicBezTo>
                <a:close/>
                <a:moveTo>
                  <a:pt x="8093706" y="0"/>
                </a:moveTo>
                <a:lnTo>
                  <a:pt x="8279559" y="0"/>
                </a:lnTo>
                <a:cubicBezTo>
                  <a:pt x="8305220" y="0"/>
                  <a:pt x="8326023" y="20803"/>
                  <a:pt x="8326023" y="46464"/>
                </a:cubicBezTo>
                <a:lnTo>
                  <a:pt x="8326023" y="343829"/>
                </a:lnTo>
                <a:cubicBezTo>
                  <a:pt x="8326023" y="369490"/>
                  <a:pt x="8305220" y="390293"/>
                  <a:pt x="8279559" y="390293"/>
                </a:cubicBezTo>
                <a:lnTo>
                  <a:pt x="8093706" y="390293"/>
                </a:lnTo>
                <a:cubicBezTo>
                  <a:pt x="8068045" y="390293"/>
                  <a:pt x="8047242" y="369490"/>
                  <a:pt x="8047242" y="343829"/>
                </a:cubicBezTo>
                <a:lnTo>
                  <a:pt x="8047242" y="46464"/>
                </a:lnTo>
                <a:cubicBezTo>
                  <a:pt x="8047242" y="20803"/>
                  <a:pt x="8068045" y="0"/>
                  <a:pt x="8093706" y="0"/>
                </a:cubicBezTo>
                <a:close/>
                <a:moveTo>
                  <a:pt x="7423102" y="0"/>
                </a:moveTo>
                <a:lnTo>
                  <a:pt x="7608955" y="0"/>
                </a:lnTo>
                <a:cubicBezTo>
                  <a:pt x="7634616" y="0"/>
                  <a:pt x="7655419" y="20803"/>
                  <a:pt x="7655419" y="46464"/>
                </a:cubicBezTo>
                <a:lnTo>
                  <a:pt x="7655419" y="343829"/>
                </a:lnTo>
                <a:cubicBezTo>
                  <a:pt x="7655419" y="369490"/>
                  <a:pt x="7634616" y="390293"/>
                  <a:pt x="7608955" y="390293"/>
                </a:cubicBezTo>
                <a:lnTo>
                  <a:pt x="7423102" y="390293"/>
                </a:lnTo>
                <a:cubicBezTo>
                  <a:pt x="7397441" y="390293"/>
                  <a:pt x="7376638" y="369490"/>
                  <a:pt x="7376638" y="343829"/>
                </a:cubicBezTo>
                <a:lnTo>
                  <a:pt x="7376638" y="46464"/>
                </a:lnTo>
                <a:cubicBezTo>
                  <a:pt x="7376638" y="20803"/>
                  <a:pt x="7397441" y="0"/>
                  <a:pt x="7423102" y="0"/>
                </a:cubicBezTo>
                <a:close/>
                <a:moveTo>
                  <a:pt x="6752498" y="0"/>
                </a:moveTo>
                <a:lnTo>
                  <a:pt x="6938351" y="0"/>
                </a:lnTo>
                <a:cubicBezTo>
                  <a:pt x="6964012" y="0"/>
                  <a:pt x="6984815" y="20803"/>
                  <a:pt x="6984815" y="46464"/>
                </a:cubicBezTo>
                <a:lnTo>
                  <a:pt x="6984815" y="343829"/>
                </a:lnTo>
                <a:cubicBezTo>
                  <a:pt x="6984815" y="369490"/>
                  <a:pt x="6964012" y="390293"/>
                  <a:pt x="6938351" y="390293"/>
                </a:cubicBezTo>
                <a:lnTo>
                  <a:pt x="6752498" y="390293"/>
                </a:lnTo>
                <a:cubicBezTo>
                  <a:pt x="6726837" y="390293"/>
                  <a:pt x="6706034" y="369490"/>
                  <a:pt x="6706034" y="343829"/>
                </a:cubicBezTo>
                <a:lnTo>
                  <a:pt x="6706034" y="46464"/>
                </a:lnTo>
                <a:cubicBezTo>
                  <a:pt x="6706034" y="20803"/>
                  <a:pt x="6726837" y="0"/>
                  <a:pt x="6752498" y="0"/>
                </a:cubicBezTo>
                <a:close/>
                <a:moveTo>
                  <a:pt x="6081894" y="0"/>
                </a:moveTo>
                <a:lnTo>
                  <a:pt x="6267747" y="0"/>
                </a:lnTo>
                <a:cubicBezTo>
                  <a:pt x="6293408" y="0"/>
                  <a:pt x="6314211" y="20803"/>
                  <a:pt x="6314211" y="46464"/>
                </a:cubicBezTo>
                <a:lnTo>
                  <a:pt x="6314211" y="343829"/>
                </a:lnTo>
                <a:cubicBezTo>
                  <a:pt x="6314211" y="369490"/>
                  <a:pt x="6293408" y="390293"/>
                  <a:pt x="6267747" y="390293"/>
                </a:cubicBezTo>
                <a:lnTo>
                  <a:pt x="6081894" y="390293"/>
                </a:lnTo>
                <a:cubicBezTo>
                  <a:pt x="6056233" y="390293"/>
                  <a:pt x="6035430" y="369490"/>
                  <a:pt x="6035430" y="343829"/>
                </a:cubicBezTo>
                <a:lnTo>
                  <a:pt x="6035430" y="46464"/>
                </a:lnTo>
                <a:cubicBezTo>
                  <a:pt x="6035430" y="20803"/>
                  <a:pt x="6056233" y="0"/>
                  <a:pt x="6081894" y="0"/>
                </a:cubicBezTo>
                <a:close/>
                <a:moveTo>
                  <a:pt x="5411291" y="0"/>
                </a:moveTo>
                <a:lnTo>
                  <a:pt x="5597144" y="0"/>
                </a:lnTo>
                <a:cubicBezTo>
                  <a:pt x="5622805" y="0"/>
                  <a:pt x="5643608" y="20803"/>
                  <a:pt x="5643608" y="46464"/>
                </a:cubicBezTo>
                <a:lnTo>
                  <a:pt x="5643608" y="343829"/>
                </a:lnTo>
                <a:cubicBezTo>
                  <a:pt x="5643608" y="369490"/>
                  <a:pt x="5622805" y="390293"/>
                  <a:pt x="5597144" y="390293"/>
                </a:cubicBezTo>
                <a:lnTo>
                  <a:pt x="5411291" y="390293"/>
                </a:lnTo>
                <a:cubicBezTo>
                  <a:pt x="5385630" y="390293"/>
                  <a:pt x="5364827" y="369490"/>
                  <a:pt x="5364827" y="343829"/>
                </a:cubicBezTo>
                <a:lnTo>
                  <a:pt x="5364827" y="46464"/>
                </a:lnTo>
                <a:cubicBezTo>
                  <a:pt x="5364827" y="20803"/>
                  <a:pt x="5385630" y="0"/>
                  <a:pt x="5411291" y="0"/>
                </a:cubicBezTo>
                <a:close/>
                <a:moveTo>
                  <a:pt x="4740687" y="0"/>
                </a:moveTo>
                <a:lnTo>
                  <a:pt x="4926541" y="0"/>
                </a:lnTo>
                <a:cubicBezTo>
                  <a:pt x="4952201" y="0"/>
                  <a:pt x="4973004" y="20803"/>
                  <a:pt x="4973004" y="46464"/>
                </a:cubicBezTo>
                <a:lnTo>
                  <a:pt x="4973004" y="343829"/>
                </a:lnTo>
                <a:cubicBezTo>
                  <a:pt x="4973004" y="369490"/>
                  <a:pt x="4952201" y="390293"/>
                  <a:pt x="4926541" y="390293"/>
                </a:cubicBezTo>
                <a:lnTo>
                  <a:pt x="4740687" y="390293"/>
                </a:lnTo>
                <a:cubicBezTo>
                  <a:pt x="4715026" y="390293"/>
                  <a:pt x="4694223" y="369490"/>
                  <a:pt x="4694223" y="343829"/>
                </a:cubicBezTo>
                <a:lnTo>
                  <a:pt x="4694223" y="46464"/>
                </a:lnTo>
                <a:cubicBezTo>
                  <a:pt x="4694223" y="20803"/>
                  <a:pt x="4715026" y="0"/>
                  <a:pt x="4740687" y="0"/>
                </a:cubicBezTo>
                <a:close/>
                <a:moveTo>
                  <a:pt x="4070083" y="0"/>
                </a:moveTo>
                <a:lnTo>
                  <a:pt x="4255936" y="0"/>
                </a:lnTo>
                <a:cubicBezTo>
                  <a:pt x="4281597" y="0"/>
                  <a:pt x="4302400" y="20803"/>
                  <a:pt x="4302400" y="46464"/>
                </a:cubicBezTo>
                <a:lnTo>
                  <a:pt x="4302400" y="343829"/>
                </a:lnTo>
                <a:cubicBezTo>
                  <a:pt x="4302400" y="369490"/>
                  <a:pt x="4281597" y="390293"/>
                  <a:pt x="4255936" y="390293"/>
                </a:cubicBezTo>
                <a:lnTo>
                  <a:pt x="4070083" y="390293"/>
                </a:lnTo>
                <a:cubicBezTo>
                  <a:pt x="4044423" y="390293"/>
                  <a:pt x="4023620" y="369490"/>
                  <a:pt x="4023620" y="343829"/>
                </a:cubicBezTo>
                <a:lnTo>
                  <a:pt x="4023620" y="46464"/>
                </a:lnTo>
                <a:cubicBezTo>
                  <a:pt x="4023620" y="20803"/>
                  <a:pt x="4044423" y="0"/>
                  <a:pt x="4070083" y="0"/>
                </a:cubicBezTo>
                <a:close/>
                <a:moveTo>
                  <a:pt x="3399482" y="0"/>
                </a:moveTo>
                <a:lnTo>
                  <a:pt x="3585335" y="0"/>
                </a:lnTo>
                <a:cubicBezTo>
                  <a:pt x="3610996" y="0"/>
                  <a:pt x="3631799" y="20803"/>
                  <a:pt x="3631799" y="46464"/>
                </a:cubicBezTo>
                <a:lnTo>
                  <a:pt x="3631799" y="343829"/>
                </a:lnTo>
                <a:cubicBezTo>
                  <a:pt x="3631799" y="369490"/>
                  <a:pt x="3610996" y="390293"/>
                  <a:pt x="3585335" y="390293"/>
                </a:cubicBezTo>
                <a:lnTo>
                  <a:pt x="3399482" y="390293"/>
                </a:lnTo>
                <a:cubicBezTo>
                  <a:pt x="3373821" y="390293"/>
                  <a:pt x="3353018" y="369490"/>
                  <a:pt x="3353018" y="343829"/>
                </a:cubicBezTo>
                <a:lnTo>
                  <a:pt x="3353018" y="46464"/>
                </a:lnTo>
                <a:cubicBezTo>
                  <a:pt x="3353018" y="20803"/>
                  <a:pt x="3373821" y="0"/>
                  <a:pt x="3399482" y="0"/>
                </a:cubicBezTo>
                <a:close/>
                <a:moveTo>
                  <a:pt x="2728878" y="0"/>
                </a:moveTo>
                <a:lnTo>
                  <a:pt x="2914731" y="0"/>
                </a:lnTo>
                <a:cubicBezTo>
                  <a:pt x="2940392" y="0"/>
                  <a:pt x="2961195" y="20803"/>
                  <a:pt x="2961195" y="46464"/>
                </a:cubicBezTo>
                <a:lnTo>
                  <a:pt x="2961195" y="343829"/>
                </a:lnTo>
                <a:cubicBezTo>
                  <a:pt x="2961195" y="369490"/>
                  <a:pt x="2940392" y="390293"/>
                  <a:pt x="2914731" y="390293"/>
                </a:cubicBezTo>
                <a:lnTo>
                  <a:pt x="2728878" y="390293"/>
                </a:lnTo>
                <a:cubicBezTo>
                  <a:pt x="2703217" y="390293"/>
                  <a:pt x="2682415" y="369490"/>
                  <a:pt x="2682415" y="343829"/>
                </a:cubicBezTo>
                <a:lnTo>
                  <a:pt x="2682415" y="46464"/>
                </a:lnTo>
                <a:cubicBezTo>
                  <a:pt x="2682415" y="20803"/>
                  <a:pt x="2703217" y="0"/>
                  <a:pt x="2728878" y="0"/>
                </a:cubicBezTo>
                <a:close/>
                <a:moveTo>
                  <a:pt x="2058274" y="0"/>
                </a:moveTo>
                <a:lnTo>
                  <a:pt x="2244127" y="0"/>
                </a:lnTo>
                <a:cubicBezTo>
                  <a:pt x="2269789" y="0"/>
                  <a:pt x="2290592" y="20803"/>
                  <a:pt x="2290592" y="46464"/>
                </a:cubicBezTo>
                <a:lnTo>
                  <a:pt x="2290592" y="343829"/>
                </a:lnTo>
                <a:cubicBezTo>
                  <a:pt x="2290592" y="369490"/>
                  <a:pt x="2269789" y="390293"/>
                  <a:pt x="2244127" y="390293"/>
                </a:cubicBezTo>
                <a:lnTo>
                  <a:pt x="2058274" y="390293"/>
                </a:lnTo>
                <a:cubicBezTo>
                  <a:pt x="2032613" y="390293"/>
                  <a:pt x="2011811" y="369490"/>
                  <a:pt x="2011811" y="343829"/>
                </a:cubicBezTo>
                <a:lnTo>
                  <a:pt x="2011811" y="46464"/>
                </a:lnTo>
                <a:cubicBezTo>
                  <a:pt x="2011811" y="20803"/>
                  <a:pt x="2032613" y="0"/>
                  <a:pt x="2058274" y="0"/>
                </a:cubicBezTo>
                <a:close/>
                <a:moveTo>
                  <a:pt x="1387670" y="0"/>
                </a:moveTo>
                <a:lnTo>
                  <a:pt x="1573523" y="0"/>
                </a:lnTo>
                <a:cubicBezTo>
                  <a:pt x="1599184" y="0"/>
                  <a:pt x="1619987" y="20803"/>
                  <a:pt x="1619987" y="46464"/>
                </a:cubicBezTo>
                <a:lnTo>
                  <a:pt x="1619987" y="343829"/>
                </a:lnTo>
                <a:cubicBezTo>
                  <a:pt x="1619987" y="369490"/>
                  <a:pt x="1599184" y="390293"/>
                  <a:pt x="1573523" y="390293"/>
                </a:cubicBezTo>
                <a:lnTo>
                  <a:pt x="1387670" y="390293"/>
                </a:lnTo>
                <a:cubicBezTo>
                  <a:pt x="1362009" y="390293"/>
                  <a:pt x="1341206" y="369490"/>
                  <a:pt x="1341206" y="343829"/>
                </a:cubicBezTo>
                <a:lnTo>
                  <a:pt x="1341206" y="46464"/>
                </a:lnTo>
                <a:cubicBezTo>
                  <a:pt x="1341206" y="20803"/>
                  <a:pt x="1362009" y="0"/>
                  <a:pt x="1387670" y="0"/>
                </a:cubicBezTo>
                <a:close/>
                <a:moveTo>
                  <a:pt x="717068" y="0"/>
                </a:moveTo>
                <a:lnTo>
                  <a:pt x="902921" y="0"/>
                </a:lnTo>
                <a:cubicBezTo>
                  <a:pt x="928581" y="0"/>
                  <a:pt x="949384" y="20803"/>
                  <a:pt x="949384" y="46464"/>
                </a:cubicBezTo>
                <a:lnTo>
                  <a:pt x="949384" y="343829"/>
                </a:lnTo>
                <a:cubicBezTo>
                  <a:pt x="949384" y="369490"/>
                  <a:pt x="928581" y="390293"/>
                  <a:pt x="902921" y="390293"/>
                </a:cubicBezTo>
                <a:lnTo>
                  <a:pt x="717068" y="390293"/>
                </a:lnTo>
                <a:cubicBezTo>
                  <a:pt x="691407" y="390293"/>
                  <a:pt x="670604" y="369490"/>
                  <a:pt x="670604" y="343829"/>
                </a:cubicBezTo>
                <a:lnTo>
                  <a:pt x="670604" y="46464"/>
                </a:lnTo>
                <a:cubicBezTo>
                  <a:pt x="670604" y="20803"/>
                  <a:pt x="691407" y="0"/>
                  <a:pt x="717068" y="0"/>
                </a:cubicBezTo>
                <a:close/>
                <a:moveTo>
                  <a:pt x="46464" y="0"/>
                </a:moveTo>
                <a:lnTo>
                  <a:pt x="232317" y="0"/>
                </a:lnTo>
                <a:cubicBezTo>
                  <a:pt x="257978" y="0"/>
                  <a:pt x="278781" y="20803"/>
                  <a:pt x="278781" y="46464"/>
                </a:cubicBezTo>
                <a:lnTo>
                  <a:pt x="278781" y="343829"/>
                </a:lnTo>
                <a:cubicBezTo>
                  <a:pt x="278781" y="369490"/>
                  <a:pt x="257978" y="390293"/>
                  <a:pt x="232317" y="390293"/>
                </a:cubicBezTo>
                <a:lnTo>
                  <a:pt x="46464" y="390293"/>
                </a:lnTo>
                <a:cubicBezTo>
                  <a:pt x="20803" y="390293"/>
                  <a:pt x="0" y="369490"/>
                  <a:pt x="0" y="343829"/>
                </a:cubicBezTo>
                <a:lnTo>
                  <a:pt x="0" y="46464"/>
                </a:lnTo>
                <a:cubicBezTo>
                  <a:pt x="0" y="20803"/>
                  <a:pt x="20803" y="0"/>
                  <a:pt x="46464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pic>
        <p:nvPicPr>
          <p:cNvPr id="266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-657720" y="679680"/>
            <a:ext cx="6095520" cy="6095520"/>
          </a:xfrm>
          <a:prstGeom prst="rect">
            <a:avLst/>
          </a:prstGeom>
          <a:ln w="0">
            <a:noFill/>
          </a:ln>
        </p:spPr>
      </p:pic>
      <p:sp>
        <p:nvSpPr>
          <p:cNvPr id="267" name="标题 1"/>
          <p:cNvSpPr/>
          <p:nvPr/>
        </p:nvSpPr>
        <p:spPr>
          <a:xfrm rot="16200000">
            <a:off x="9964800" y="469080"/>
            <a:ext cx="177120" cy="1238040"/>
          </a:xfrm>
          <a:custGeom>
            <a:avLst/>
            <a:gdLst>
              <a:gd name="textAreaLeft" fmla="*/ 0 w 177120"/>
              <a:gd name="textAreaRight" fmla="*/ 177480 w 177120"/>
              <a:gd name="textAreaTop" fmla="*/ 0 h 1238040"/>
              <a:gd name="textAreaBottom" fmla="*/ 1238400 h 1238040"/>
            </a:gdLst>
            <a:ahLst/>
            <a:cxnLst/>
            <a:rect l="textAreaLeft" t="textAreaTop" r="textAreaRight" b="textAreaBottom"/>
            <a:pathLst>
              <a:path w="177356" h="1238509">
                <a:moveTo>
                  <a:pt x="177356" y="1238509"/>
                </a:moveTo>
                <a:lnTo>
                  <a:pt x="0" y="1238509"/>
                </a:lnTo>
                <a:lnTo>
                  <a:pt x="88678" y="1117602"/>
                </a:lnTo>
                <a:close/>
                <a:moveTo>
                  <a:pt x="177356" y="1014986"/>
                </a:moveTo>
                <a:lnTo>
                  <a:pt x="0" y="1014986"/>
                </a:lnTo>
                <a:lnTo>
                  <a:pt x="88678" y="894082"/>
                </a:lnTo>
                <a:close/>
                <a:moveTo>
                  <a:pt x="177356" y="791466"/>
                </a:moveTo>
                <a:lnTo>
                  <a:pt x="0" y="791466"/>
                </a:lnTo>
                <a:lnTo>
                  <a:pt x="88678" y="670562"/>
                </a:lnTo>
                <a:close/>
                <a:moveTo>
                  <a:pt x="177356" y="567946"/>
                </a:moveTo>
                <a:lnTo>
                  <a:pt x="0" y="567946"/>
                </a:lnTo>
                <a:lnTo>
                  <a:pt x="88678" y="447040"/>
                </a:lnTo>
                <a:close/>
                <a:moveTo>
                  <a:pt x="177356" y="344424"/>
                </a:moveTo>
                <a:lnTo>
                  <a:pt x="0" y="344424"/>
                </a:lnTo>
                <a:lnTo>
                  <a:pt x="88678" y="223520"/>
                </a:lnTo>
                <a:close/>
                <a:moveTo>
                  <a:pt x="177356" y="120904"/>
                </a:moveTo>
                <a:lnTo>
                  <a:pt x="0" y="120904"/>
                </a:lnTo>
                <a:lnTo>
                  <a:pt x="88678" y="0"/>
                </a:lnTo>
                <a:close/>
              </a:path>
            </a:pathLst>
          </a:cu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68" name="标题 1"/>
          <p:cNvSpPr/>
          <p:nvPr/>
        </p:nvSpPr>
        <p:spPr>
          <a:xfrm flipV="1">
            <a:off x="6869520" y="1038960"/>
            <a:ext cx="1752480" cy="131040"/>
          </a:xfrm>
          <a:custGeom>
            <a:avLst/>
            <a:gdLst>
              <a:gd name="textAreaLeft" fmla="*/ 0 w 1752480"/>
              <a:gd name="textAreaRight" fmla="*/ 1752840 w 1752480"/>
              <a:gd name="textAreaTop" fmla="*/ 360 h 131040"/>
              <a:gd name="textAreaBottom" fmla="*/ 131760 h 131040"/>
            </a:gdLst>
            <a:ahLst/>
            <a:cxnLst/>
            <a:rect l="textAreaLeft" t="textAreaTop" r="textAreaRight" b="textAreaBottom"/>
            <a:pathLst>
              <a:path w="1752839" h="131233" fill="none">
                <a:moveTo>
                  <a:pt x="0" y="0"/>
                </a:moveTo>
                <a:cubicBezTo>
                  <a:pt x="153389" y="-39627"/>
                  <a:pt x="348039" y="11767"/>
                  <a:pt x="619336" y="0"/>
                </a:cubicBezTo>
                <a:cubicBezTo>
                  <a:pt x="890633" y="-11767"/>
                  <a:pt x="928866" y="46909"/>
                  <a:pt x="1221145" y="0"/>
                </a:cubicBezTo>
                <a:cubicBezTo>
                  <a:pt x="1513424" y="-46909"/>
                  <a:pt x="1587218" y="56916"/>
                  <a:pt x="1752839" y="0"/>
                </a:cubicBezTo>
                <a:cubicBezTo>
                  <a:pt x="1758294" y="62768"/>
                  <a:pt x="1745613" y="97540"/>
                  <a:pt x="1752839" y="131233"/>
                </a:cubicBezTo>
                <a:cubicBezTo>
                  <a:pt x="1503715" y="163975"/>
                  <a:pt x="1438085" y="79586"/>
                  <a:pt x="1203616" y="131233"/>
                </a:cubicBezTo>
                <a:cubicBezTo>
                  <a:pt x="969147" y="182880"/>
                  <a:pt x="828942" y="62392"/>
                  <a:pt x="619336" y="131233"/>
                </a:cubicBezTo>
                <a:cubicBezTo>
                  <a:pt x="409730" y="200074"/>
                  <a:pt x="191127" y="127376"/>
                  <a:pt x="0" y="131233"/>
                </a:cubicBezTo>
                <a:cubicBezTo>
                  <a:pt x="-12281" y="79976"/>
                  <a:pt x="10481" y="26520"/>
                  <a:pt x="0" y="0"/>
                </a:cubicBezTo>
                <a:close/>
              </a:path>
              <a:path w="1752839" h="131233" stroke="0">
                <a:moveTo>
                  <a:pt x="0" y="0"/>
                </a:moveTo>
                <a:cubicBezTo>
                  <a:pt x="209006" y="-10872"/>
                  <a:pt x="319064" y="60682"/>
                  <a:pt x="566751" y="0"/>
                </a:cubicBezTo>
                <a:cubicBezTo>
                  <a:pt x="814438" y="-60682"/>
                  <a:pt x="978515" y="11589"/>
                  <a:pt x="1098446" y="0"/>
                </a:cubicBezTo>
                <a:cubicBezTo>
                  <a:pt x="1218378" y="-11589"/>
                  <a:pt x="1442579" y="74240"/>
                  <a:pt x="1752839" y="0"/>
                </a:cubicBezTo>
                <a:cubicBezTo>
                  <a:pt x="1755891" y="49379"/>
                  <a:pt x="1740761" y="67755"/>
                  <a:pt x="1752839" y="131233"/>
                </a:cubicBezTo>
                <a:cubicBezTo>
                  <a:pt x="1552902" y="183140"/>
                  <a:pt x="1354316" y="129510"/>
                  <a:pt x="1203616" y="131233"/>
                </a:cubicBezTo>
                <a:cubicBezTo>
                  <a:pt x="1052916" y="132956"/>
                  <a:pt x="874245" y="95352"/>
                  <a:pt x="584280" y="131233"/>
                </a:cubicBezTo>
                <a:cubicBezTo>
                  <a:pt x="294315" y="167114"/>
                  <a:pt x="174329" y="88418"/>
                  <a:pt x="0" y="131233"/>
                </a:cubicBezTo>
                <a:cubicBezTo>
                  <a:pt x="-5781" y="71663"/>
                  <a:pt x="1986" y="6377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solidFill>
              <a:srgbClr val="F6C90E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69" name="标题 1"/>
          <p:cNvSpPr/>
          <p:nvPr/>
        </p:nvSpPr>
        <p:spPr>
          <a:xfrm flipV="1">
            <a:off x="9363960" y="5618520"/>
            <a:ext cx="1752480" cy="131040"/>
          </a:xfrm>
          <a:custGeom>
            <a:avLst/>
            <a:gdLst>
              <a:gd name="textAreaLeft" fmla="*/ 0 w 1752480"/>
              <a:gd name="textAreaRight" fmla="*/ 1752840 w 1752480"/>
              <a:gd name="textAreaTop" fmla="*/ 360 h 131040"/>
              <a:gd name="textAreaBottom" fmla="*/ 131760 h 131040"/>
            </a:gdLst>
            <a:ahLst/>
            <a:cxnLst/>
            <a:rect l="textAreaLeft" t="textAreaTop" r="textAreaRight" b="textAreaBottom"/>
            <a:pathLst>
              <a:path w="1752839" h="131233" fill="none">
                <a:moveTo>
                  <a:pt x="0" y="0"/>
                </a:moveTo>
                <a:cubicBezTo>
                  <a:pt x="153389" y="-39627"/>
                  <a:pt x="348039" y="11767"/>
                  <a:pt x="619336" y="0"/>
                </a:cubicBezTo>
                <a:cubicBezTo>
                  <a:pt x="890633" y="-11767"/>
                  <a:pt x="928866" y="46909"/>
                  <a:pt x="1221145" y="0"/>
                </a:cubicBezTo>
                <a:cubicBezTo>
                  <a:pt x="1513424" y="-46909"/>
                  <a:pt x="1587218" y="56916"/>
                  <a:pt x="1752839" y="0"/>
                </a:cubicBezTo>
                <a:cubicBezTo>
                  <a:pt x="1758294" y="62768"/>
                  <a:pt x="1745613" y="97540"/>
                  <a:pt x="1752839" y="131233"/>
                </a:cubicBezTo>
                <a:cubicBezTo>
                  <a:pt x="1503715" y="163975"/>
                  <a:pt x="1438085" y="79586"/>
                  <a:pt x="1203616" y="131233"/>
                </a:cubicBezTo>
                <a:cubicBezTo>
                  <a:pt x="969147" y="182880"/>
                  <a:pt x="828942" y="62392"/>
                  <a:pt x="619336" y="131233"/>
                </a:cubicBezTo>
                <a:cubicBezTo>
                  <a:pt x="409730" y="200074"/>
                  <a:pt x="191127" y="127376"/>
                  <a:pt x="0" y="131233"/>
                </a:cubicBezTo>
                <a:cubicBezTo>
                  <a:pt x="-12281" y="79976"/>
                  <a:pt x="10481" y="26520"/>
                  <a:pt x="0" y="0"/>
                </a:cubicBezTo>
                <a:close/>
              </a:path>
              <a:path w="1752839" h="131233" stroke="0">
                <a:moveTo>
                  <a:pt x="0" y="0"/>
                </a:moveTo>
                <a:cubicBezTo>
                  <a:pt x="209006" y="-10872"/>
                  <a:pt x="319064" y="60682"/>
                  <a:pt x="566751" y="0"/>
                </a:cubicBezTo>
                <a:cubicBezTo>
                  <a:pt x="814438" y="-60682"/>
                  <a:pt x="978515" y="11589"/>
                  <a:pt x="1098446" y="0"/>
                </a:cubicBezTo>
                <a:cubicBezTo>
                  <a:pt x="1218378" y="-11589"/>
                  <a:pt x="1442579" y="74240"/>
                  <a:pt x="1752839" y="0"/>
                </a:cubicBezTo>
                <a:cubicBezTo>
                  <a:pt x="1755891" y="49379"/>
                  <a:pt x="1740761" y="67755"/>
                  <a:pt x="1752839" y="131233"/>
                </a:cubicBezTo>
                <a:cubicBezTo>
                  <a:pt x="1552902" y="183140"/>
                  <a:pt x="1354316" y="129510"/>
                  <a:pt x="1203616" y="131233"/>
                </a:cubicBezTo>
                <a:cubicBezTo>
                  <a:pt x="1052916" y="132956"/>
                  <a:pt x="874245" y="95352"/>
                  <a:pt x="584280" y="131233"/>
                </a:cubicBezTo>
                <a:cubicBezTo>
                  <a:pt x="294315" y="167114"/>
                  <a:pt x="174329" y="88418"/>
                  <a:pt x="0" y="131233"/>
                </a:cubicBezTo>
                <a:cubicBezTo>
                  <a:pt x="-5781" y="71663"/>
                  <a:pt x="1986" y="63778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solidFill>
              <a:srgbClr val="F6C90E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70" name="标题 1"/>
          <p:cNvSpPr/>
          <p:nvPr/>
        </p:nvSpPr>
        <p:spPr>
          <a:xfrm rot="16200000" flipV="1">
            <a:off x="6269040" y="4509000"/>
            <a:ext cx="212760" cy="2265840"/>
          </a:xfrm>
          <a:custGeom>
            <a:avLst/>
            <a:gdLst>
              <a:gd name="textAreaLeft" fmla="*/ 0 w 212760"/>
              <a:gd name="textAreaRight" fmla="*/ 213120 w 212760"/>
              <a:gd name="textAreaTop" fmla="*/ 360 h 2265840"/>
              <a:gd name="textAreaBottom" fmla="*/ 2266560 h 2265840"/>
            </a:gdLst>
            <a:ahLst/>
            <a:cxnLst/>
            <a:rect l="textAreaLeft" t="textAreaTop" r="textAreaRight" b="textAreaBottom"/>
            <a:pathLst>
              <a:path w="213258" h="2266035">
                <a:moveTo>
                  <a:pt x="213258" y="162036"/>
                </a:moveTo>
                <a:lnTo>
                  <a:pt x="106629" y="0"/>
                </a:lnTo>
                <a:lnTo>
                  <a:pt x="0" y="162036"/>
                </a:lnTo>
                <a:close/>
                <a:moveTo>
                  <a:pt x="213258" y="462609"/>
                </a:moveTo>
                <a:lnTo>
                  <a:pt x="106629" y="300573"/>
                </a:lnTo>
                <a:lnTo>
                  <a:pt x="0" y="462609"/>
                </a:lnTo>
                <a:close/>
                <a:moveTo>
                  <a:pt x="213258" y="763180"/>
                </a:moveTo>
                <a:lnTo>
                  <a:pt x="106629" y="601144"/>
                </a:lnTo>
                <a:lnTo>
                  <a:pt x="0" y="763180"/>
                </a:lnTo>
                <a:close/>
                <a:moveTo>
                  <a:pt x="213258" y="1063751"/>
                </a:moveTo>
                <a:lnTo>
                  <a:pt x="106629" y="901715"/>
                </a:lnTo>
                <a:lnTo>
                  <a:pt x="0" y="1063751"/>
                </a:lnTo>
                <a:close/>
                <a:moveTo>
                  <a:pt x="213258" y="1364322"/>
                </a:moveTo>
                <a:lnTo>
                  <a:pt x="106629" y="1202286"/>
                </a:lnTo>
                <a:lnTo>
                  <a:pt x="0" y="1364322"/>
                </a:lnTo>
                <a:close/>
                <a:moveTo>
                  <a:pt x="213258" y="1664893"/>
                </a:moveTo>
                <a:lnTo>
                  <a:pt x="106629" y="1502857"/>
                </a:lnTo>
                <a:lnTo>
                  <a:pt x="0" y="1664893"/>
                </a:lnTo>
                <a:close/>
                <a:moveTo>
                  <a:pt x="213258" y="1965464"/>
                </a:moveTo>
                <a:lnTo>
                  <a:pt x="106629" y="1803428"/>
                </a:lnTo>
                <a:lnTo>
                  <a:pt x="0" y="1965464"/>
                </a:lnTo>
                <a:close/>
                <a:moveTo>
                  <a:pt x="213258" y="2266035"/>
                </a:moveTo>
                <a:lnTo>
                  <a:pt x="106629" y="2103999"/>
                </a:lnTo>
                <a:lnTo>
                  <a:pt x="0" y="2266035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71" name="标题 1"/>
          <p:cNvSpPr/>
          <p:nvPr/>
        </p:nvSpPr>
        <p:spPr>
          <a:xfrm rot="5400000">
            <a:off x="10235880" y="1869840"/>
            <a:ext cx="2338920" cy="429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6C90E"/>
                </a:solidFill>
                <a:latin typeface="OPPOSans M"/>
                <a:ea typeface="OPPOSans M"/>
              </a:rPr>
              <a:t>PowerPoint Desin 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2" name="标题 1"/>
          <p:cNvSpPr/>
          <p:nvPr/>
        </p:nvSpPr>
        <p:spPr>
          <a:xfrm rot="16200000">
            <a:off x="10697040" y="3783600"/>
            <a:ext cx="1295640" cy="35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36000" bIns="36000"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73" name="标题 1"/>
          <p:cNvSpPr/>
          <p:nvPr/>
        </p:nvSpPr>
        <p:spPr>
          <a:xfrm rot="5400000">
            <a:off x="11278440" y="4997160"/>
            <a:ext cx="133560" cy="1944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74" name="标题 1"/>
          <p:cNvSpPr/>
          <p:nvPr/>
        </p:nvSpPr>
        <p:spPr>
          <a:xfrm rot="5400000">
            <a:off x="11278440" y="4759920"/>
            <a:ext cx="133560" cy="19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75" name="标题 1"/>
          <p:cNvSpPr/>
          <p:nvPr/>
        </p:nvSpPr>
        <p:spPr>
          <a:xfrm rot="5400000">
            <a:off x="11278440" y="4522320"/>
            <a:ext cx="133560" cy="19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76" name="标题 1"/>
          <p:cNvSpPr/>
          <p:nvPr/>
        </p:nvSpPr>
        <p:spPr>
          <a:xfrm rot="16200000" flipH="1">
            <a:off x="3803040" y="3817800"/>
            <a:ext cx="484920" cy="926280"/>
          </a:xfrm>
          <a:custGeom>
            <a:avLst/>
            <a:gdLst>
              <a:gd name="textAreaLeft" fmla="*/ -360 w 484920"/>
              <a:gd name="textAreaRight" fmla="*/ 484920 w 484920"/>
              <a:gd name="textAreaTop" fmla="*/ 0 h 926280"/>
              <a:gd name="textAreaBottom" fmla="*/ 926640 h 926280"/>
            </a:gdLst>
            <a:ahLst/>
            <a:cxnLst/>
            <a:rect l="textAreaLeft" t="textAreaTop" r="textAreaRight" b="textAreaBottom"/>
            <a:pathLst>
              <a:path w="606471" h="1157772">
                <a:moveTo>
                  <a:pt x="557385" y="1059599"/>
                </a:moveTo>
                <a:cubicBezTo>
                  <a:pt x="584494" y="1059599"/>
                  <a:pt x="606471" y="1081575"/>
                  <a:pt x="606471" y="1108685"/>
                </a:cubicBezTo>
                <a:cubicBezTo>
                  <a:pt x="606471" y="1135795"/>
                  <a:pt x="584494" y="1157772"/>
                  <a:pt x="557385" y="1157772"/>
                </a:cubicBezTo>
                <a:cubicBezTo>
                  <a:pt x="530275" y="1157772"/>
                  <a:pt x="508298" y="1135795"/>
                  <a:pt x="508298" y="1108685"/>
                </a:cubicBezTo>
                <a:cubicBezTo>
                  <a:pt x="508298" y="1081575"/>
                  <a:pt x="530275" y="1059599"/>
                  <a:pt x="557385" y="1059599"/>
                </a:cubicBezTo>
                <a:close/>
                <a:moveTo>
                  <a:pt x="387320" y="1059599"/>
                </a:moveTo>
                <a:cubicBezTo>
                  <a:pt x="414430" y="1059599"/>
                  <a:pt x="436407" y="1081575"/>
                  <a:pt x="436407" y="1108685"/>
                </a:cubicBezTo>
                <a:cubicBezTo>
                  <a:pt x="436407" y="1135795"/>
                  <a:pt x="414430" y="1157772"/>
                  <a:pt x="387320" y="1157772"/>
                </a:cubicBezTo>
                <a:cubicBezTo>
                  <a:pt x="360211" y="1157772"/>
                  <a:pt x="338234" y="1135795"/>
                  <a:pt x="338234" y="1108685"/>
                </a:cubicBezTo>
                <a:cubicBezTo>
                  <a:pt x="338234" y="1081575"/>
                  <a:pt x="360211" y="1059599"/>
                  <a:pt x="387320" y="1059599"/>
                </a:cubicBezTo>
                <a:close/>
                <a:moveTo>
                  <a:pt x="219151" y="1059599"/>
                </a:moveTo>
                <a:cubicBezTo>
                  <a:pt x="246260" y="1059599"/>
                  <a:pt x="268237" y="1081575"/>
                  <a:pt x="268237" y="1108685"/>
                </a:cubicBezTo>
                <a:cubicBezTo>
                  <a:pt x="268237" y="1135795"/>
                  <a:pt x="246260" y="1157772"/>
                  <a:pt x="219151" y="1157772"/>
                </a:cubicBezTo>
                <a:cubicBezTo>
                  <a:pt x="192041" y="1157772"/>
                  <a:pt x="170064" y="1135795"/>
                  <a:pt x="170064" y="1108685"/>
                </a:cubicBezTo>
                <a:cubicBezTo>
                  <a:pt x="170064" y="1081575"/>
                  <a:pt x="192041" y="1059599"/>
                  <a:pt x="219151" y="1059599"/>
                </a:cubicBezTo>
                <a:close/>
                <a:moveTo>
                  <a:pt x="49086" y="1059599"/>
                </a:moveTo>
                <a:cubicBezTo>
                  <a:pt x="76196" y="1059599"/>
                  <a:pt x="98173" y="1081575"/>
                  <a:pt x="98173" y="1108685"/>
                </a:cubicBezTo>
                <a:cubicBezTo>
                  <a:pt x="98173" y="1135795"/>
                  <a:pt x="76196" y="1157772"/>
                  <a:pt x="49086" y="1157772"/>
                </a:cubicBezTo>
                <a:cubicBezTo>
                  <a:pt x="21977" y="1157772"/>
                  <a:pt x="0" y="1135795"/>
                  <a:pt x="0" y="1108685"/>
                </a:cubicBezTo>
                <a:cubicBezTo>
                  <a:pt x="0" y="1081575"/>
                  <a:pt x="21977" y="1059599"/>
                  <a:pt x="49086" y="1059599"/>
                </a:cubicBezTo>
                <a:close/>
                <a:moveTo>
                  <a:pt x="557385" y="882999"/>
                </a:moveTo>
                <a:cubicBezTo>
                  <a:pt x="584494" y="882999"/>
                  <a:pt x="606471" y="904976"/>
                  <a:pt x="606471" y="932085"/>
                </a:cubicBezTo>
                <a:cubicBezTo>
                  <a:pt x="606471" y="959195"/>
                  <a:pt x="584494" y="981172"/>
                  <a:pt x="557385" y="981172"/>
                </a:cubicBezTo>
                <a:cubicBezTo>
                  <a:pt x="530275" y="981172"/>
                  <a:pt x="508298" y="959195"/>
                  <a:pt x="508298" y="932085"/>
                </a:cubicBezTo>
                <a:cubicBezTo>
                  <a:pt x="508298" y="904976"/>
                  <a:pt x="530275" y="882999"/>
                  <a:pt x="557385" y="882999"/>
                </a:cubicBezTo>
                <a:close/>
                <a:moveTo>
                  <a:pt x="387320" y="882999"/>
                </a:moveTo>
                <a:cubicBezTo>
                  <a:pt x="414430" y="882999"/>
                  <a:pt x="436407" y="904976"/>
                  <a:pt x="436407" y="932085"/>
                </a:cubicBezTo>
                <a:cubicBezTo>
                  <a:pt x="436407" y="959195"/>
                  <a:pt x="414430" y="981172"/>
                  <a:pt x="387320" y="981172"/>
                </a:cubicBezTo>
                <a:cubicBezTo>
                  <a:pt x="360211" y="981172"/>
                  <a:pt x="338234" y="959195"/>
                  <a:pt x="338234" y="932085"/>
                </a:cubicBezTo>
                <a:cubicBezTo>
                  <a:pt x="338234" y="904976"/>
                  <a:pt x="360211" y="882999"/>
                  <a:pt x="387320" y="882999"/>
                </a:cubicBezTo>
                <a:close/>
                <a:moveTo>
                  <a:pt x="219151" y="882999"/>
                </a:moveTo>
                <a:cubicBezTo>
                  <a:pt x="246260" y="882999"/>
                  <a:pt x="268237" y="904976"/>
                  <a:pt x="268237" y="932085"/>
                </a:cubicBezTo>
                <a:cubicBezTo>
                  <a:pt x="268237" y="959195"/>
                  <a:pt x="246260" y="981172"/>
                  <a:pt x="219151" y="981172"/>
                </a:cubicBezTo>
                <a:cubicBezTo>
                  <a:pt x="192041" y="981172"/>
                  <a:pt x="170064" y="959195"/>
                  <a:pt x="170064" y="932085"/>
                </a:cubicBezTo>
                <a:cubicBezTo>
                  <a:pt x="170064" y="904976"/>
                  <a:pt x="192041" y="882999"/>
                  <a:pt x="219151" y="882999"/>
                </a:cubicBezTo>
                <a:close/>
                <a:moveTo>
                  <a:pt x="49086" y="882999"/>
                </a:moveTo>
                <a:cubicBezTo>
                  <a:pt x="76196" y="882999"/>
                  <a:pt x="98173" y="904976"/>
                  <a:pt x="98173" y="932085"/>
                </a:cubicBezTo>
                <a:cubicBezTo>
                  <a:pt x="98173" y="959195"/>
                  <a:pt x="76196" y="981172"/>
                  <a:pt x="49086" y="981172"/>
                </a:cubicBezTo>
                <a:cubicBezTo>
                  <a:pt x="21977" y="981172"/>
                  <a:pt x="0" y="959195"/>
                  <a:pt x="0" y="932085"/>
                </a:cubicBezTo>
                <a:cubicBezTo>
                  <a:pt x="0" y="904976"/>
                  <a:pt x="21977" y="882999"/>
                  <a:pt x="49086" y="882999"/>
                </a:cubicBezTo>
                <a:close/>
                <a:moveTo>
                  <a:pt x="557385" y="706399"/>
                </a:moveTo>
                <a:cubicBezTo>
                  <a:pt x="584494" y="706399"/>
                  <a:pt x="606471" y="728376"/>
                  <a:pt x="606471" y="755486"/>
                </a:cubicBezTo>
                <a:cubicBezTo>
                  <a:pt x="606471" y="782595"/>
                  <a:pt x="584494" y="804572"/>
                  <a:pt x="557385" y="804572"/>
                </a:cubicBezTo>
                <a:cubicBezTo>
                  <a:pt x="530275" y="804572"/>
                  <a:pt x="508298" y="782595"/>
                  <a:pt x="508298" y="755486"/>
                </a:cubicBezTo>
                <a:cubicBezTo>
                  <a:pt x="508298" y="728376"/>
                  <a:pt x="530275" y="706399"/>
                  <a:pt x="557385" y="706399"/>
                </a:cubicBezTo>
                <a:close/>
                <a:moveTo>
                  <a:pt x="387320" y="706399"/>
                </a:moveTo>
                <a:cubicBezTo>
                  <a:pt x="414430" y="706399"/>
                  <a:pt x="436407" y="728376"/>
                  <a:pt x="436407" y="755486"/>
                </a:cubicBezTo>
                <a:cubicBezTo>
                  <a:pt x="436407" y="782595"/>
                  <a:pt x="414430" y="804572"/>
                  <a:pt x="387320" y="804572"/>
                </a:cubicBezTo>
                <a:cubicBezTo>
                  <a:pt x="360211" y="804572"/>
                  <a:pt x="338234" y="782595"/>
                  <a:pt x="338234" y="755486"/>
                </a:cubicBezTo>
                <a:cubicBezTo>
                  <a:pt x="338234" y="728376"/>
                  <a:pt x="360211" y="706399"/>
                  <a:pt x="387320" y="706399"/>
                </a:cubicBezTo>
                <a:close/>
                <a:moveTo>
                  <a:pt x="219151" y="706399"/>
                </a:moveTo>
                <a:cubicBezTo>
                  <a:pt x="246260" y="706399"/>
                  <a:pt x="268237" y="728376"/>
                  <a:pt x="268237" y="755486"/>
                </a:cubicBezTo>
                <a:cubicBezTo>
                  <a:pt x="268237" y="782595"/>
                  <a:pt x="246260" y="804572"/>
                  <a:pt x="219151" y="804572"/>
                </a:cubicBezTo>
                <a:cubicBezTo>
                  <a:pt x="192041" y="804572"/>
                  <a:pt x="170064" y="782595"/>
                  <a:pt x="170064" y="755486"/>
                </a:cubicBezTo>
                <a:cubicBezTo>
                  <a:pt x="170064" y="728376"/>
                  <a:pt x="192041" y="706399"/>
                  <a:pt x="219151" y="706399"/>
                </a:cubicBezTo>
                <a:close/>
                <a:moveTo>
                  <a:pt x="49086" y="706399"/>
                </a:moveTo>
                <a:cubicBezTo>
                  <a:pt x="76196" y="706399"/>
                  <a:pt x="98173" y="728376"/>
                  <a:pt x="98173" y="755486"/>
                </a:cubicBezTo>
                <a:cubicBezTo>
                  <a:pt x="98173" y="782595"/>
                  <a:pt x="76196" y="804572"/>
                  <a:pt x="49086" y="804572"/>
                </a:cubicBezTo>
                <a:cubicBezTo>
                  <a:pt x="21977" y="804572"/>
                  <a:pt x="0" y="782595"/>
                  <a:pt x="0" y="755486"/>
                </a:cubicBezTo>
                <a:cubicBezTo>
                  <a:pt x="0" y="728376"/>
                  <a:pt x="21977" y="706399"/>
                  <a:pt x="49086" y="706399"/>
                </a:cubicBezTo>
                <a:close/>
                <a:moveTo>
                  <a:pt x="557385" y="529799"/>
                </a:moveTo>
                <a:cubicBezTo>
                  <a:pt x="584494" y="529799"/>
                  <a:pt x="606471" y="551776"/>
                  <a:pt x="606471" y="578886"/>
                </a:cubicBezTo>
                <a:cubicBezTo>
                  <a:pt x="606471" y="605995"/>
                  <a:pt x="584494" y="627972"/>
                  <a:pt x="557385" y="627972"/>
                </a:cubicBezTo>
                <a:cubicBezTo>
                  <a:pt x="530275" y="627972"/>
                  <a:pt x="508298" y="605995"/>
                  <a:pt x="508298" y="578886"/>
                </a:cubicBezTo>
                <a:cubicBezTo>
                  <a:pt x="508298" y="551776"/>
                  <a:pt x="530275" y="529799"/>
                  <a:pt x="557385" y="529799"/>
                </a:cubicBezTo>
                <a:close/>
                <a:moveTo>
                  <a:pt x="387320" y="529799"/>
                </a:moveTo>
                <a:cubicBezTo>
                  <a:pt x="414430" y="529799"/>
                  <a:pt x="436407" y="551776"/>
                  <a:pt x="436407" y="578886"/>
                </a:cubicBezTo>
                <a:cubicBezTo>
                  <a:pt x="436407" y="605995"/>
                  <a:pt x="414430" y="627972"/>
                  <a:pt x="387320" y="627972"/>
                </a:cubicBezTo>
                <a:cubicBezTo>
                  <a:pt x="360211" y="627972"/>
                  <a:pt x="338234" y="605995"/>
                  <a:pt x="338234" y="578886"/>
                </a:cubicBezTo>
                <a:cubicBezTo>
                  <a:pt x="338234" y="551776"/>
                  <a:pt x="360211" y="529799"/>
                  <a:pt x="387320" y="529799"/>
                </a:cubicBezTo>
                <a:close/>
                <a:moveTo>
                  <a:pt x="219151" y="529799"/>
                </a:moveTo>
                <a:cubicBezTo>
                  <a:pt x="246260" y="529799"/>
                  <a:pt x="268237" y="551776"/>
                  <a:pt x="268237" y="578886"/>
                </a:cubicBezTo>
                <a:cubicBezTo>
                  <a:pt x="268237" y="605995"/>
                  <a:pt x="246260" y="627972"/>
                  <a:pt x="219151" y="627972"/>
                </a:cubicBezTo>
                <a:cubicBezTo>
                  <a:pt x="192041" y="627972"/>
                  <a:pt x="170064" y="605995"/>
                  <a:pt x="170064" y="578886"/>
                </a:cubicBezTo>
                <a:cubicBezTo>
                  <a:pt x="170064" y="551776"/>
                  <a:pt x="192041" y="529799"/>
                  <a:pt x="219151" y="529799"/>
                </a:cubicBezTo>
                <a:close/>
                <a:moveTo>
                  <a:pt x="49086" y="529799"/>
                </a:moveTo>
                <a:cubicBezTo>
                  <a:pt x="76196" y="529799"/>
                  <a:pt x="98173" y="551776"/>
                  <a:pt x="98173" y="578886"/>
                </a:cubicBezTo>
                <a:cubicBezTo>
                  <a:pt x="98173" y="605995"/>
                  <a:pt x="76196" y="627972"/>
                  <a:pt x="49086" y="627972"/>
                </a:cubicBezTo>
                <a:cubicBezTo>
                  <a:pt x="21977" y="627972"/>
                  <a:pt x="0" y="605995"/>
                  <a:pt x="0" y="578886"/>
                </a:cubicBezTo>
                <a:cubicBezTo>
                  <a:pt x="0" y="551776"/>
                  <a:pt x="21977" y="529799"/>
                  <a:pt x="49086" y="529799"/>
                </a:cubicBezTo>
                <a:close/>
                <a:moveTo>
                  <a:pt x="557385" y="353199"/>
                </a:moveTo>
                <a:cubicBezTo>
                  <a:pt x="584494" y="353199"/>
                  <a:pt x="606471" y="375176"/>
                  <a:pt x="606471" y="402286"/>
                </a:cubicBezTo>
                <a:cubicBezTo>
                  <a:pt x="606471" y="429396"/>
                  <a:pt x="584494" y="451372"/>
                  <a:pt x="557385" y="451372"/>
                </a:cubicBezTo>
                <a:cubicBezTo>
                  <a:pt x="530275" y="451372"/>
                  <a:pt x="508298" y="429396"/>
                  <a:pt x="508298" y="402286"/>
                </a:cubicBezTo>
                <a:cubicBezTo>
                  <a:pt x="508298" y="375176"/>
                  <a:pt x="530275" y="353199"/>
                  <a:pt x="557385" y="353199"/>
                </a:cubicBezTo>
                <a:close/>
                <a:moveTo>
                  <a:pt x="387320" y="353199"/>
                </a:moveTo>
                <a:cubicBezTo>
                  <a:pt x="414430" y="353199"/>
                  <a:pt x="436407" y="375176"/>
                  <a:pt x="436407" y="402286"/>
                </a:cubicBezTo>
                <a:cubicBezTo>
                  <a:pt x="436407" y="429396"/>
                  <a:pt x="414430" y="451372"/>
                  <a:pt x="387320" y="451372"/>
                </a:cubicBezTo>
                <a:cubicBezTo>
                  <a:pt x="360211" y="451372"/>
                  <a:pt x="338234" y="429396"/>
                  <a:pt x="338234" y="402286"/>
                </a:cubicBezTo>
                <a:cubicBezTo>
                  <a:pt x="338234" y="375176"/>
                  <a:pt x="360211" y="353199"/>
                  <a:pt x="387320" y="353199"/>
                </a:cubicBezTo>
                <a:close/>
                <a:moveTo>
                  <a:pt x="219151" y="353199"/>
                </a:moveTo>
                <a:cubicBezTo>
                  <a:pt x="246260" y="353199"/>
                  <a:pt x="268237" y="375176"/>
                  <a:pt x="268237" y="402286"/>
                </a:cubicBezTo>
                <a:cubicBezTo>
                  <a:pt x="268237" y="429396"/>
                  <a:pt x="246260" y="451372"/>
                  <a:pt x="219151" y="451372"/>
                </a:cubicBezTo>
                <a:cubicBezTo>
                  <a:pt x="192041" y="451372"/>
                  <a:pt x="170064" y="429396"/>
                  <a:pt x="170064" y="402286"/>
                </a:cubicBezTo>
                <a:cubicBezTo>
                  <a:pt x="170064" y="375176"/>
                  <a:pt x="192041" y="353199"/>
                  <a:pt x="219151" y="353199"/>
                </a:cubicBezTo>
                <a:close/>
                <a:moveTo>
                  <a:pt x="49086" y="353199"/>
                </a:moveTo>
                <a:cubicBezTo>
                  <a:pt x="76196" y="353199"/>
                  <a:pt x="98173" y="375176"/>
                  <a:pt x="98173" y="402286"/>
                </a:cubicBezTo>
                <a:cubicBezTo>
                  <a:pt x="98173" y="429396"/>
                  <a:pt x="76196" y="451372"/>
                  <a:pt x="49086" y="451372"/>
                </a:cubicBezTo>
                <a:cubicBezTo>
                  <a:pt x="21977" y="451372"/>
                  <a:pt x="0" y="429396"/>
                  <a:pt x="0" y="402286"/>
                </a:cubicBezTo>
                <a:cubicBezTo>
                  <a:pt x="0" y="375176"/>
                  <a:pt x="21977" y="353199"/>
                  <a:pt x="49086" y="353199"/>
                </a:cubicBezTo>
                <a:close/>
                <a:moveTo>
                  <a:pt x="557385" y="176600"/>
                </a:moveTo>
                <a:cubicBezTo>
                  <a:pt x="584495" y="176600"/>
                  <a:pt x="606471" y="198576"/>
                  <a:pt x="606471" y="225686"/>
                </a:cubicBezTo>
                <a:cubicBezTo>
                  <a:pt x="606471" y="252796"/>
                  <a:pt x="584494" y="274772"/>
                  <a:pt x="557385" y="274772"/>
                </a:cubicBezTo>
                <a:cubicBezTo>
                  <a:pt x="530275" y="274772"/>
                  <a:pt x="508298" y="252796"/>
                  <a:pt x="508298" y="225686"/>
                </a:cubicBezTo>
                <a:cubicBezTo>
                  <a:pt x="508298" y="198576"/>
                  <a:pt x="530275" y="176600"/>
                  <a:pt x="557385" y="176600"/>
                </a:cubicBezTo>
                <a:close/>
                <a:moveTo>
                  <a:pt x="387321" y="176600"/>
                </a:moveTo>
                <a:cubicBezTo>
                  <a:pt x="414430" y="176600"/>
                  <a:pt x="436407" y="198576"/>
                  <a:pt x="436407" y="225686"/>
                </a:cubicBezTo>
                <a:cubicBezTo>
                  <a:pt x="436407" y="252796"/>
                  <a:pt x="414430" y="274772"/>
                  <a:pt x="387320" y="274772"/>
                </a:cubicBezTo>
                <a:cubicBezTo>
                  <a:pt x="360211" y="274772"/>
                  <a:pt x="338234" y="252796"/>
                  <a:pt x="338234" y="225686"/>
                </a:cubicBezTo>
                <a:cubicBezTo>
                  <a:pt x="338234" y="198576"/>
                  <a:pt x="360211" y="176600"/>
                  <a:pt x="387321" y="176600"/>
                </a:cubicBezTo>
                <a:close/>
                <a:moveTo>
                  <a:pt x="219151" y="176600"/>
                </a:moveTo>
                <a:cubicBezTo>
                  <a:pt x="246261" y="176600"/>
                  <a:pt x="268237" y="198576"/>
                  <a:pt x="268237" y="225686"/>
                </a:cubicBezTo>
                <a:cubicBezTo>
                  <a:pt x="268237" y="252796"/>
                  <a:pt x="246260" y="274772"/>
                  <a:pt x="219151" y="274772"/>
                </a:cubicBezTo>
                <a:cubicBezTo>
                  <a:pt x="192041" y="274772"/>
                  <a:pt x="170064" y="252796"/>
                  <a:pt x="170064" y="225686"/>
                </a:cubicBezTo>
                <a:cubicBezTo>
                  <a:pt x="170064" y="198576"/>
                  <a:pt x="192041" y="176600"/>
                  <a:pt x="219151" y="176600"/>
                </a:cubicBezTo>
                <a:close/>
                <a:moveTo>
                  <a:pt x="49087" y="176600"/>
                </a:moveTo>
                <a:cubicBezTo>
                  <a:pt x="76196" y="176600"/>
                  <a:pt x="98173" y="198576"/>
                  <a:pt x="98173" y="225686"/>
                </a:cubicBezTo>
                <a:cubicBezTo>
                  <a:pt x="98173" y="252796"/>
                  <a:pt x="76196" y="274772"/>
                  <a:pt x="49086" y="274772"/>
                </a:cubicBezTo>
                <a:cubicBezTo>
                  <a:pt x="21977" y="274772"/>
                  <a:pt x="0" y="252796"/>
                  <a:pt x="0" y="225686"/>
                </a:cubicBezTo>
                <a:cubicBezTo>
                  <a:pt x="0" y="198576"/>
                  <a:pt x="21977" y="176600"/>
                  <a:pt x="49087" y="176600"/>
                </a:cubicBezTo>
                <a:close/>
                <a:moveTo>
                  <a:pt x="557385" y="0"/>
                </a:moveTo>
                <a:cubicBezTo>
                  <a:pt x="584495" y="0"/>
                  <a:pt x="606471" y="21977"/>
                  <a:pt x="606471" y="49086"/>
                </a:cubicBezTo>
                <a:cubicBezTo>
                  <a:pt x="606471" y="76196"/>
                  <a:pt x="584495" y="98173"/>
                  <a:pt x="557385" y="98173"/>
                </a:cubicBezTo>
                <a:cubicBezTo>
                  <a:pt x="530275" y="98173"/>
                  <a:pt x="508298" y="76196"/>
                  <a:pt x="508298" y="49086"/>
                </a:cubicBezTo>
                <a:cubicBezTo>
                  <a:pt x="508298" y="21977"/>
                  <a:pt x="530275" y="0"/>
                  <a:pt x="557385" y="0"/>
                </a:cubicBezTo>
                <a:close/>
                <a:moveTo>
                  <a:pt x="387321" y="0"/>
                </a:moveTo>
                <a:cubicBezTo>
                  <a:pt x="414430" y="0"/>
                  <a:pt x="436407" y="21977"/>
                  <a:pt x="436407" y="49086"/>
                </a:cubicBezTo>
                <a:cubicBezTo>
                  <a:pt x="436407" y="76196"/>
                  <a:pt x="414430" y="98173"/>
                  <a:pt x="387321" y="98173"/>
                </a:cubicBezTo>
                <a:cubicBezTo>
                  <a:pt x="360211" y="98173"/>
                  <a:pt x="338234" y="76196"/>
                  <a:pt x="338234" y="49086"/>
                </a:cubicBezTo>
                <a:cubicBezTo>
                  <a:pt x="338234" y="21977"/>
                  <a:pt x="360211" y="0"/>
                  <a:pt x="387321" y="0"/>
                </a:cubicBezTo>
                <a:close/>
                <a:moveTo>
                  <a:pt x="219151" y="0"/>
                </a:moveTo>
                <a:cubicBezTo>
                  <a:pt x="246261" y="0"/>
                  <a:pt x="268237" y="21977"/>
                  <a:pt x="268237" y="49086"/>
                </a:cubicBezTo>
                <a:cubicBezTo>
                  <a:pt x="268237" y="76196"/>
                  <a:pt x="246261" y="98173"/>
                  <a:pt x="219151" y="98173"/>
                </a:cubicBezTo>
                <a:cubicBezTo>
                  <a:pt x="192041" y="98173"/>
                  <a:pt x="170064" y="76196"/>
                  <a:pt x="170064" y="49086"/>
                </a:cubicBezTo>
                <a:cubicBezTo>
                  <a:pt x="170064" y="21977"/>
                  <a:pt x="192041" y="0"/>
                  <a:pt x="219151" y="0"/>
                </a:cubicBezTo>
                <a:close/>
                <a:moveTo>
                  <a:pt x="49087" y="0"/>
                </a:moveTo>
                <a:cubicBezTo>
                  <a:pt x="76196" y="0"/>
                  <a:pt x="98173" y="21977"/>
                  <a:pt x="98173" y="49086"/>
                </a:cubicBezTo>
                <a:cubicBezTo>
                  <a:pt x="98173" y="76196"/>
                  <a:pt x="76196" y="98173"/>
                  <a:pt x="49087" y="98173"/>
                </a:cubicBezTo>
                <a:cubicBezTo>
                  <a:pt x="21977" y="98173"/>
                  <a:pt x="0" y="76196"/>
                  <a:pt x="0" y="49086"/>
                </a:cubicBezTo>
                <a:cubicBezTo>
                  <a:pt x="0" y="21977"/>
                  <a:pt x="21977" y="0"/>
                  <a:pt x="49087" y="0"/>
                </a:cubicBezTo>
                <a:close/>
              </a:path>
            </a:pathLst>
          </a:custGeom>
          <a:gradFill rotWithShape="0">
            <a:gsLst>
              <a:gs pos="0">
                <a:srgbClr val="FDF4CF">
                  <a:alpha val="56078"/>
                </a:srgbClr>
              </a:gs>
              <a:gs pos="100000">
                <a:srgbClr val="F6C90E"/>
              </a:gs>
            </a:gsLst>
            <a:lin ang="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</a:pPr>
            <a:endParaRPr lang="fr-FR" sz="1800" b="0" strike="noStrike" spc="-1">
              <a:solidFill>
                <a:srgbClr val="000000"/>
              </a:solidFill>
              <a:latin typeface="DengXian" panose="02010600030101010101" charset="-122"/>
            </a:endParaRPr>
          </a:p>
        </p:txBody>
      </p:sp>
      <p:sp>
        <p:nvSpPr>
          <p:cNvPr id="277" name="标题 1"/>
          <p:cNvSpPr/>
          <p:nvPr/>
        </p:nvSpPr>
        <p:spPr>
          <a:xfrm>
            <a:off x="5139360" y="1234800"/>
            <a:ext cx="5930640" cy="3227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Segoe UI Black" panose="020B0A02040204020203"/>
                <a:ea typeface="Segoe UI Black" panose="020B0A02040204020203"/>
              </a:rPr>
              <a:t>Thank you for TIME</a:t>
            </a:r>
            <a:endParaRPr lang="fr-FR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6C90E"/>
      </a:accent1>
      <a:accent2>
        <a:srgbClr val="FD7014"/>
      </a:accent2>
      <a:accent3>
        <a:srgbClr val="FF4A11"/>
      </a:accent3>
      <a:accent4>
        <a:srgbClr val="2E415A"/>
      </a:accent4>
      <a:accent5>
        <a:srgbClr val="393E46"/>
      </a:accent5>
      <a:accent6>
        <a:srgbClr val="222831"/>
      </a:accent6>
      <a:hlink>
        <a:srgbClr val="F6C90E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6C90E"/>
      </a:accent1>
      <a:accent2>
        <a:srgbClr val="FD7014"/>
      </a:accent2>
      <a:accent3>
        <a:srgbClr val="FF4A11"/>
      </a:accent3>
      <a:accent4>
        <a:srgbClr val="2E415A"/>
      </a:accent4>
      <a:accent5>
        <a:srgbClr val="393E46"/>
      </a:accent5>
      <a:accent6>
        <a:srgbClr val="222831"/>
      </a:accent6>
      <a:hlink>
        <a:srgbClr val="F6C90E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6C90E"/>
      </a:accent1>
      <a:accent2>
        <a:srgbClr val="FD7014"/>
      </a:accent2>
      <a:accent3>
        <a:srgbClr val="FF4A11"/>
      </a:accent3>
      <a:accent4>
        <a:srgbClr val="2E415A"/>
      </a:accent4>
      <a:accent5>
        <a:srgbClr val="393E46"/>
      </a:accent5>
      <a:accent6>
        <a:srgbClr val="222831"/>
      </a:accent6>
      <a:hlink>
        <a:srgbClr val="F6C90E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</Words>
  <Application>WPS Presentation</Application>
  <PresentationFormat/>
  <Paragraphs>109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SimSun</vt:lpstr>
      <vt:lpstr>Wingdings</vt:lpstr>
      <vt:lpstr>DengXian</vt:lpstr>
      <vt:lpstr>Symbol</vt:lpstr>
      <vt:lpstr>Arial</vt:lpstr>
      <vt:lpstr>OPPOSans B</vt:lpstr>
      <vt:lpstr>Euphorigenic</vt:lpstr>
      <vt:lpstr>Segoe UI Black</vt:lpstr>
      <vt:lpstr>Dream-DaBiaoSongGBT</vt:lpstr>
      <vt:lpstr>Dream-XinCuSongGB</vt:lpstr>
      <vt:lpstr>Source Han Sans</vt:lpstr>
      <vt:lpstr>OPPOSans H</vt:lpstr>
      <vt:lpstr>Source Han Sans CN Bold</vt:lpstr>
      <vt:lpstr>OPPOSans M</vt:lpstr>
      <vt:lpstr>Microsoft YaHei</vt:lpstr>
      <vt:lpstr>Arial Unicode MS</vt:lpstr>
      <vt:lpstr>Calibri</vt:lpstr>
      <vt:lpstr>Office 主题​​</vt:lpstr>
      <vt:lpstr>2_Office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张小川</dc:creator>
  <cp:lastModifiedBy>GUAN</cp:lastModifiedBy>
  <cp:revision>7</cp:revision>
  <dcterms:created xsi:type="dcterms:W3CDTF">2025-11-11T15:22:00Z</dcterms:created>
  <dcterms:modified xsi:type="dcterms:W3CDTF">2026-04-23T13:32:53Z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7B97C12D466340C9AAB1E95C0B2B116C_12</vt:lpwstr>
  </property>
  <property fmtid="{D5CDD505-2E9C-101B-9397-08002B2CF9AE}" pid="3" name="KSOProductBuildVer">
    <vt:lpwstr>1033-12.1.0.25242</vt:lpwstr>
  </property>
  <property fmtid="{D5CDD505-2E9C-101B-9397-08002B2CF9AE}" pid="4" name="PresentationFormat">
    <vt:lpwstr>宽屏</vt:lpwstr>
  </property>
  <property fmtid="{D5CDD505-2E9C-101B-9397-08002B2CF9AE}" pid="5" name="Slides">
    <vt:i4>10</vt:i4>
  </property>
</Properties>
</file>